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2.png"/><Relationship Id="rId6" Type="http://schemas.openxmlformats.org/officeDocument/2006/relationships/image" Target="../media/image-1-1.png"/><Relationship Id="rId7" Type="http://schemas.openxmlformats.org/officeDocument/2006/relationships/image" Target="../media/image-1-2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2.png"/><Relationship Id="rId11" Type="http://schemas.openxmlformats.org/officeDocument/2006/relationships/image" Target="../media/image-1-1.png"/><Relationship Id="rId12" Type="http://schemas.openxmlformats.org/officeDocument/2006/relationships/image" Target="../media/image-1-2.png"/><Relationship Id="rId13" Type="http://schemas.openxmlformats.org/officeDocument/2006/relationships/image" Target="../media/image-1-1.png"/><Relationship Id="rId14" Type="http://schemas.openxmlformats.org/officeDocument/2006/relationships/image" Target="../media/image-1-1.png"/><Relationship Id="rId15" Type="http://schemas.openxmlformats.org/officeDocument/2006/relationships/image" Target="../media/image-1-1.png"/><Relationship Id="rId16" Type="http://schemas.openxmlformats.org/officeDocument/2006/relationships/image" Target="../media/image-1-2.png"/><Relationship Id="rId17" Type="http://schemas.openxmlformats.org/officeDocument/2006/relationships/image" Target="../media/image-1-1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40024"/>
            <a:ext cx="3877056" cy="731520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52144"/>
            <a:ext cx="2738628" cy="355092"/>
          </a:xfrm>
          <a:custGeom>
            <a:avLst/>
            <a:gdLst/>
            <a:ahLst/>
            <a:cxnLst/>
            <a:rect l="l" t="t" r="r" b="b"/>
            <a:pathLst>
              <a:path w="2738628" h="355092">
                <a:moveTo>
                  <a:pt x="0" y="355092"/>
                </a:moveTo>
                <a:lnTo>
                  <a:pt x="1444752" y="355092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52144"/>
            <a:ext cx="2738628" cy="355092"/>
          </a:xfrm>
          <a:custGeom>
            <a:avLst/>
            <a:gdLst/>
            <a:ahLst/>
            <a:cxnLst/>
            <a:rect l="l" t="t" r="r" b="b"/>
            <a:pathLst>
              <a:path w="2738628" h="355092">
                <a:moveTo>
                  <a:pt x="1293876" y="355092"/>
                </a:moveTo>
                <a:lnTo>
                  <a:pt x="2738628" y="355092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96056"/>
            <a:ext cx="786384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96056"/>
            <a:ext cx="786384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96056"/>
            <a:ext cx="786384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96056"/>
            <a:ext cx="786384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9204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64080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9204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64080"/>
            <a:ext cx="1444752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E9E0CE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Text 97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 flipV="1">
            <a:off x="5458968" y="4683252"/>
            <a:ext cx="3658" cy="3642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 flipH="1" flipV="1">
            <a:off x="4892040" y="3880104"/>
            <a:ext cx="566928" cy="40081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 flipV="1">
            <a:off x="5458968" y="3880104"/>
            <a:ext cx="347472" cy="40081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V="1">
            <a:off x="4892040" y="2967228"/>
            <a:ext cx="502920" cy="5105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 flipV="1">
            <a:off x="5522976" y="2967228"/>
            <a:ext cx="283464" cy="5105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5458968" y="2548128"/>
            <a:ext cx="3658" cy="19964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279392" y="2346960"/>
            <a:ext cx="3658" cy="290169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79392" y="2346960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9" name="Text 107"/>
          <p:cNvSpPr/>
          <p:nvPr/>
        </p:nvSpPr>
        <p:spPr>
          <a:xfrm>
            <a:off x="4736592" y="150723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 flipV="1">
            <a:off x="5458968" y="1891284"/>
            <a:ext cx="3658" cy="2545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7159752" y="4683252"/>
            <a:ext cx="3658" cy="3642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 flipH="1" flipV="1">
            <a:off x="5806440" y="3880104"/>
            <a:ext cx="1353312" cy="40081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 flipV="1">
            <a:off x="7159752" y="3880104"/>
            <a:ext cx="566928" cy="40081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V="1">
            <a:off x="5806440" y="2967228"/>
            <a:ext cx="1289304" cy="5105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H="1" flipV="1">
            <a:off x="7223760" y="2967228"/>
            <a:ext cx="502920" cy="5105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7159752" y="2548128"/>
            <a:ext cx="3658" cy="19964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339328" y="2346960"/>
            <a:ext cx="3658" cy="290169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7900416" y="2346960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6437376" y="150723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 flipV="1">
            <a:off x="7159752" y="1891284"/>
            <a:ext cx="3658" cy="2545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4814316" y="896112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43500" y="896112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72684" y="896112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801868" y="896112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1052" y="896112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460236" y="896112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200900" y="896112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30084" y="896112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8" name="Text 136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3" name="Text 141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4" name="Text 142"/>
          <p:cNvSpPr txBox="1"/>
          <p:nvPr/>
        </p:nvSpPr>
        <p:spPr>
          <a:xfrm>
            <a:off x="6784848" y="877824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5" name="Text 143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5175504" y="146304"/>
            <a:ext cx="31455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175504" y="420624"/>
            <a:ext cx="31455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scratch</a:t>
            </a:r>
            <a:endParaRPr 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49" name="Text 147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367528" y="27660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068312" y="27660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413248" y="2857500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458968" y="2811780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114032" y="2857500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159752" y="2811780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pic>
        <p:nvPicPr>
          <p:cNvPr id="167" name="Image 0" descr="/home/user/Mitosis/midi_yinyang/figures/icons/f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702" y="3582162"/>
            <a:ext cx="172970" cy="201168"/>
          </a:xfrm>
          <a:prstGeom prst="rect">
            <a:avLst/>
          </a:prstGeom>
        </p:spPr>
      </p:pic>
      <p:sp>
        <p:nvSpPr>
          <p:cNvPr id="168" name="Shape 165"/>
          <p:cNvSpPr/>
          <p:nvPr/>
        </p:nvSpPr>
        <p:spPr>
          <a:xfrm>
            <a:off x="1617120" y="3682746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683506" y="3660618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70" name="Image 1" descr="/home/user/Mitosis/midi_yinyang/figures/icons/snowfl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079" y="3582162"/>
            <a:ext cx="176102" cy="201168"/>
          </a:xfrm>
          <a:prstGeom prst="rect">
            <a:avLst/>
          </a:prstGeom>
        </p:spPr>
      </p:pic>
      <p:pic>
        <p:nvPicPr>
          <p:cNvPr id="171" name="Image 2" descr="/home/user/Mitosis/midi_yinyang/figures/icons/f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70" y="1663065"/>
            <a:ext cx="172970" cy="201168"/>
          </a:xfrm>
          <a:prstGeom prst="rect">
            <a:avLst/>
          </a:prstGeom>
        </p:spPr>
      </p:pic>
      <p:pic>
        <p:nvPicPr>
          <p:cNvPr id="172" name="Image 3" descr="/home/user/Mitosis/midi_yinyang/figures/icons/fi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702" y="1090422"/>
            <a:ext cx="172970" cy="201168"/>
          </a:xfrm>
          <a:prstGeom prst="rect">
            <a:avLst/>
          </a:prstGeom>
        </p:spPr>
      </p:pic>
      <p:sp>
        <p:nvSpPr>
          <p:cNvPr id="173" name="Shape 167"/>
          <p:cNvSpPr/>
          <p:nvPr/>
        </p:nvSpPr>
        <p:spPr>
          <a:xfrm>
            <a:off x="1617120" y="1191006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1683506" y="1168878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75" name="Image 4" descr="/home/user/Mitosis/midi_yinyang/figures/icons/snowfl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079" y="1090422"/>
            <a:ext cx="176102" cy="201168"/>
          </a:xfrm>
          <a:prstGeom prst="rect">
            <a:avLst/>
          </a:prstGeom>
        </p:spPr>
      </p:pic>
      <p:pic>
        <p:nvPicPr>
          <p:cNvPr id="176" name="Image 5" descr="/home/user/Mitosis/midi_yinyang/figures/icons/fi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5486" y="3582162"/>
            <a:ext cx="172970" cy="201168"/>
          </a:xfrm>
          <a:prstGeom prst="rect">
            <a:avLst/>
          </a:prstGeom>
        </p:spPr>
      </p:pic>
      <p:sp>
        <p:nvSpPr>
          <p:cNvPr id="177" name="Shape 169"/>
          <p:cNvSpPr/>
          <p:nvPr/>
        </p:nvSpPr>
        <p:spPr>
          <a:xfrm>
            <a:off x="3317904" y="3682746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78" name="Shape 170"/>
          <p:cNvSpPr/>
          <p:nvPr/>
        </p:nvSpPr>
        <p:spPr>
          <a:xfrm>
            <a:off x="3384290" y="3660618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79" name="Image 6" descr="/home/user/Mitosis/midi_yinyang/figures/icons/snowflak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4863" y="3582162"/>
            <a:ext cx="176102" cy="201168"/>
          </a:xfrm>
          <a:prstGeom prst="rect">
            <a:avLst/>
          </a:prstGeom>
        </p:spPr>
      </p:pic>
      <p:pic>
        <p:nvPicPr>
          <p:cNvPr id="180" name="Image 7" descr="/home/user/Mitosis/midi_yinyang/figures/icons/fi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0230" y="1663065"/>
            <a:ext cx="172970" cy="201168"/>
          </a:xfrm>
          <a:prstGeom prst="rect">
            <a:avLst/>
          </a:prstGeom>
        </p:spPr>
      </p:pic>
      <p:pic>
        <p:nvPicPr>
          <p:cNvPr id="181" name="Image 8" descr="/home/user/Mitosis/midi_yinyang/figures/icons/fir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5486" y="1090422"/>
            <a:ext cx="172970" cy="201168"/>
          </a:xfrm>
          <a:prstGeom prst="rect">
            <a:avLst/>
          </a:prstGeom>
        </p:spPr>
      </p:pic>
      <p:sp>
        <p:nvSpPr>
          <p:cNvPr id="182" name="Shape 171"/>
          <p:cNvSpPr/>
          <p:nvPr/>
        </p:nvSpPr>
        <p:spPr>
          <a:xfrm>
            <a:off x="3317904" y="1191006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83" name="Shape 172"/>
          <p:cNvSpPr/>
          <p:nvPr/>
        </p:nvSpPr>
        <p:spPr>
          <a:xfrm>
            <a:off x="3384290" y="1168878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84" name="Image 9" descr="/home/user/Mitosis/midi_yinyang/figures/icons/snowflak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4863" y="1090422"/>
            <a:ext cx="176102" cy="201168"/>
          </a:xfrm>
          <a:prstGeom prst="rect">
            <a:avLst/>
          </a:prstGeom>
        </p:spPr>
      </p:pic>
      <p:pic>
        <p:nvPicPr>
          <p:cNvPr id="185" name="Image 10" descr="/home/user/Mitosis/midi_yinyang/figures/icons/fi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7214" y="3148584"/>
            <a:ext cx="172970" cy="201168"/>
          </a:xfrm>
          <a:prstGeom prst="rect">
            <a:avLst/>
          </a:prstGeom>
        </p:spPr>
      </p:pic>
      <p:sp>
        <p:nvSpPr>
          <p:cNvPr id="186" name="Shape 173"/>
          <p:cNvSpPr/>
          <p:nvPr/>
        </p:nvSpPr>
        <p:spPr>
          <a:xfrm>
            <a:off x="7999632" y="3249168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87" name="Shape 174"/>
          <p:cNvSpPr/>
          <p:nvPr/>
        </p:nvSpPr>
        <p:spPr>
          <a:xfrm>
            <a:off x="8066018" y="3227040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88" name="Image 11" descr="/home/user/Mitosis/midi_yinyang/figures/icons/snowflak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6591" y="3148584"/>
            <a:ext cx="176102" cy="201168"/>
          </a:xfrm>
          <a:prstGeom prst="rect">
            <a:avLst/>
          </a:prstGeom>
        </p:spPr>
      </p:pic>
      <p:pic>
        <p:nvPicPr>
          <p:cNvPr id="189" name="Image 12" descr="/home/user/Mitosis/midi_yinyang/figures/icons/fir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0670" y="4207764"/>
            <a:ext cx="172970" cy="201168"/>
          </a:xfrm>
          <a:prstGeom prst="rect">
            <a:avLst/>
          </a:prstGeom>
        </p:spPr>
      </p:pic>
      <p:pic>
        <p:nvPicPr>
          <p:cNvPr id="190" name="Image 13" descr="/home/user/Mitosis/midi_yinyang/figures/icons/fir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1454" y="4207764"/>
            <a:ext cx="172970" cy="201168"/>
          </a:xfrm>
          <a:prstGeom prst="rect">
            <a:avLst/>
          </a:prstGeom>
        </p:spPr>
      </p:pic>
      <p:pic>
        <p:nvPicPr>
          <p:cNvPr id="191" name="Image 14" descr="/home/user/Mitosis/midi_yinyang/figures/icons/fir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806" y="155448"/>
            <a:ext cx="172970" cy="201168"/>
          </a:xfrm>
          <a:prstGeom prst="rect">
            <a:avLst/>
          </a:prstGeom>
        </p:spPr>
      </p:pic>
      <p:sp>
        <p:nvSpPr>
          <p:cNvPr id="192" name="Shape 175"/>
          <p:cNvSpPr/>
          <p:nvPr/>
        </p:nvSpPr>
        <p:spPr>
          <a:xfrm>
            <a:off x="4735224" y="256032"/>
            <a:ext cx="75237" cy="3658"/>
          </a:xfrm>
          <a:prstGeom prst="line">
            <a:avLst/>
          </a:prstGeom>
          <a:noFill/>
          <a:ln w="14901">
            <a:solidFill>
              <a:srgbClr val="303030"/>
            </a:solidFill>
            <a:prstDash val="solid"/>
          </a:ln>
        </p:spPr>
      </p:sp>
      <p:sp>
        <p:nvSpPr>
          <p:cNvPr id="193" name="Shape 176"/>
          <p:cNvSpPr/>
          <p:nvPr/>
        </p:nvSpPr>
        <p:spPr>
          <a:xfrm>
            <a:off x="4801610" y="233904"/>
            <a:ext cx="44257" cy="44257"/>
          </a:xfrm>
          <a:custGeom>
            <a:avLst/>
            <a:gdLst/>
            <a:ahLst/>
            <a:cxnLst/>
            <a:rect l="l" t="t" r="r" b="b"/>
            <a:pathLst>
              <a:path w="44257" h="44257">
                <a:moveTo>
                  <a:pt x="44257" y="22128"/>
                </a:moveTo>
                <a:lnTo>
                  <a:pt x="0" y="0"/>
                </a:lnTo>
                <a:lnTo>
                  <a:pt x="0" y="44257"/>
                </a:lnTo>
                <a:close/>
              </a:path>
            </a:pathLst>
          </a:custGeom>
          <a:solidFill>
            <a:srgbClr val="303030"/>
          </a:solidFill>
          <a:ln/>
        </p:spPr>
      </p:sp>
      <p:pic>
        <p:nvPicPr>
          <p:cNvPr id="194" name="Image 15" descr="/home/user/Mitosis/midi_yinyang/figures/icons/snowflak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12183" y="155448"/>
            <a:ext cx="176102" cy="201168"/>
          </a:xfrm>
          <a:prstGeom prst="rect">
            <a:avLst/>
          </a:prstGeom>
        </p:spPr>
      </p:pic>
      <p:pic>
        <p:nvPicPr>
          <p:cNvPr id="195" name="Image 16" descr="/home/user/Mitosis/midi_yinyang/figures/icons/fir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92806" y="429768"/>
            <a:ext cx="172970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2026-09-24T02:37:32Z</dcterms:created>
  <dcterms:modified xsi:type="dcterms:W3CDTF">2026-09-24T02:37:32Z</dcterms:modified>
</cp:coreProperties>
</file>