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C3DDE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F0D3C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27832"/>
            <a:ext cx="3877056" cy="731520"/>
          </a:xfrm>
          <a:custGeom>
            <a:avLst/>
            <a:gdLst/>
            <a:ahLst/>
            <a:cxnLst/>
            <a:rect l="l" t="t" r="r" b="b"/>
            <a:pathLst>
              <a:path w="3877056" h="731520">
                <a:moveTo>
                  <a:pt x="0" y="0"/>
                </a:moveTo>
                <a:lnTo>
                  <a:pt x="3877056" y="0"/>
                </a:lnTo>
                <a:lnTo>
                  <a:pt x="3877056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C3DDE4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0" y="361188"/>
                </a:moveTo>
                <a:lnTo>
                  <a:pt x="1444752" y="361188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C3DDE4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1293876" y="361188"/>
                </a:moveTo>
                <a:lnTo>
                  <a:pt x="2738628" y="361188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0D3C8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F0D3C8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83864"/>
            <a:ext cx="786384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83864"/>
            <a:ext cx="786384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83864"/>
            <a:ext cx="786384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83864"/>
            <a:ext cx="786384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93108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39696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93108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39696"/>
            <a:ext cx="1444752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6F7C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5696" y="173736"/>
            <a:ext cx="457200" cy="201168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448056"/>
            <a:ext cx="457200" cy="201168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D7C7BD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 flipV="1">
            <a:off x="5458968" y="4677156"/>
            <a:ext cx="3658" cy="370332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H="1" flipV="1">
            <a:off x="4892040" y="3867912"/>
            <a:ext cx="566928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V="1">
            <a:off x="5458968" y="3867912"/>
            <a:ext cx="347472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4892040" y="2948940"/>
            <a:ext cx="502920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 flipV="1">
            <a:off x="5522976" y="2948940"/>
            <a:ext cx="283464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 flipV="1">
            <a:off x="5458968" y="2523744"/>
            <a:ext cx="3658" cy="20574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279392" y="2322576"/>
            <a:ext cx="3658" cy="29260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2322576"/>
            <a:ext cx="438912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736592" y="1476756"/>
            <a:ext cx="1444752" cy="36576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5458968" y="1860804"/>
            <a:ext cx="3658" cy="260604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 flipV="1">
            <a:off x="7159752" y="4677156"/>
            <a:ext cx="3658" cy="370332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H="1" flipV="1">
            <a:off x="5806440" y="3867912"/>
            <a:ext cx="1353312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V="1">
            <a:off x="7159752" y="3867912"/>
            <a:ext cx="566928" cy="40690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5806440" y="2948940"/>
            <a:ext cx="1289304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 flipH="1" flipV="1">
            <a:off x="7223760" y="2948940"/>
            <a:ext cx="502920" cy="516636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 flipV="1">
            <a:off x="7159752" y="2523744"/>
            <a:ext cx="3658" cy="20574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339328" y="2322576"/>
            <a:ext cx="3658" cy="29260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7900416" y="2322576"/>
            <a:ext cx="438912" cy="365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6437376" y="1476756"/>
            <a:ext cx="1444752" cy="36576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 flipV="1">
            <a:off x="7159752" y="1860804"/>
            <a:ext cx="3658" cy="260604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814316" y="859536"/>
            <a:ext cx="274320" cy="27432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43500" y="859536"/>
            <a:ext cx="274320" cy="27432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72684" y="859536"/>
            <a:ext cx="274320" cy="27432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1868" y="859536"/>
            <a:ext cx="274320" cy="27432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1052" y="859536"/>
            <a:ext cx="274320" cy="27432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60236" y="859536"/>
            <a:ext cx="274320" cy="27432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00900" y="859536"/>
            <a:ext cx="274320" cy="274320"/>
          </a:xfrm>
          <a:prstGeom prst="rect">
            <a:avLst/>
          </a:prstGeom>
          <a:solidFill>
            <a:srgbClr val="E1EAEC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30084" y="859536"/>
            <a:ext cx="274320" cy="274320"/>
          </a:xfrm>
          <a:prstGeom prst="rect">
            <a:avLst/>
          </a:prstGeom>
          <a:solidFill>
            <a:srgbClr val="EEDFD9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6F7C80"/>
            </a:solidFill>
            <a:prstDash val="solid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D7C7BD"/>
            </a:solidFill>
            <a:prstDash val="solid"/>
            <a:tailEnd type="triangle"/>
          </a:ln>
        </p:spPr>
      </p:sp>
      <p:sp>
        <p:nvSpPr>
          <p:cNvPr id="145" name="Text 143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6784848" y="841248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7" name="Text 145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8" name="Text 146"/>
          <p:cNvSpPr txBox="1"/>
          <p:nvPr/>
        </p:nvSpPr>
        <p:spPr>
          <a:xfrm>
            <a:off x="4992624" y="16459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4992624" y="43891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parameters, trained from scratch</a:t>
            </a:r>
            <a:endParaRPr lang="en-US" sz="9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5" name="Text 153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6" name="Text 154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67528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068312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7C8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13248" y="2839212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458968" y="2793492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114032" y="2839212"/>
            <a:ext cx="91440" cy="3658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59752" y="2793492"/>
            <a:ext cx="3658" cy="91440"/>
          </a:xfrm>
          <a:prstGeom prst="line">
            <a:avLst/>
          </a:prstGeom>
          <a:noFill/>
          <a:ln w="19050">
            <a:solidFill>
              <a:srgbClr val="6F7C8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2026-09-24T02:57:14Z</dcterms:created>
  <dcterms:modified xsi:type="dcterms:W3CDTF">2026-09-24T02:57:14Z</dcterms:modified>
</cp:coreProperties>
</file>