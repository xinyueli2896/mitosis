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280773" cy="5888736"/>
  <p:notesSz cx="5888736" cy="12280773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0624" y="4630293"/>
            <a:ext cx="2738628" cy="526923"/>
          </a:xfrm>
          <a:custGeom>
            <a:avLst/>
            <a:gdLst/>
            <a:ahLst/>
            <a:cxnLst/>
            <a:rect l="l" t="t" r="r" b="b"/>
            <a:pathLst>
              <a:path w="2738628" h="526923">
                <a:moveTo>
                  <a:pt x="0" y="0"/>
                </a:moveTo>
                <a:lnTo>
                  <a:pt x="1444752" y="0"/>
                </a:lnTo>
                <a:lnTo>
                  <a:pt x="2738628" y="526923"/>
                </a:lnTo>
                <a:lnTo>
                  <a:pt x="77724" y="526923"/>
                </a:lnTo>
                <a:close/>
              </a:path>
            </a:pathLst>
          </a:custGeom>
          <a:solidFill>
            <a:srgbClr val="B7C9DE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27532" y="4630293"/>
            <a:ext cx="2738628" cy="526923"/>
          </a:xfrm>
          <a:custGeom>
            <a:avLst/>
            <a:gdLst/>
            <a:ahLst/>
            <a:cxnLst/>
            <a:rect l="l" t="t" r="r" b="b"/>
            <a:pathLst>
              <a:path w="2738628" h="526923">
                <a:moveTo>
                  <a:pt x="1293876" y="0"/>
                </a:moveTo>
                <a:lnTo>
                  <a:pt x="2738628" y="0"/>
                </a:lnTo>
                <a:lnTo>
                  <a:pt x="2660904" y="526923"/>
                </a:lnTo>
                <a:lnTo>
                  <a:pt x="0" y="526923"/>
                </a:lnTo>
                <a:close/>
              </a:path>
            </a:pathLst>
          </a:custGeom>
          <a:solidFill>
            <a:srgbClr val="E88A7C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4370832" y="3227832"/>
            <a:ext cx="3877056" cy="731520"/>
          </a:xfrm>
          <a:custGeom>
            <a:avLst/>
            <a:gdLst/>
            <a:ahLst/>
            <a:cxnLst/>
            <a:rect l="l" t="t" r="r" b="b"/>
            <a:pathLst>
              <a:path w="3877056" h="731520">
                <a:moveTo>
                  <a:pt x="0" y="0"/>
                </a:moveTo>
                <a:lnTo>
                  <a:pt x="3877056" y="0"/>
                </a:lnTo>
                <a:lnTo>
                  <a:pt x="3877056" y="731520"/>
                </a:lnTo>
                <a:lnTo>
                  <a:pt x="0" y="731520"/>
                </a:lnTo>
                <a:close/>
              </a:path>
            </a:pathLst>
          </a:custGeom>
          <a:solidFill>
            <a:srgbClr val="BFBFBF">
              <a:alpha val="2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4736592" y="1115568"/>
            <a:ext cx="2738628" cy="361188"/>
          </a:xfrm>
          <a:custGeom>
            <a:avLst/>
            <a:gdLst/>
            <a:ahLst/>
            <a:cxnLst/>
            <a:rect l="l" t="t" r="r" b="b"/>
            <a:pathLst>
              <a:path w="2738628" h="361188">
                <a:moveTo>
                  <a:pt x="0" y="361188"/>
                </a:moveTo>
                <a:lnTo>
                  <a:pt x="1444752" y="361188"/>
                </a:lnTo>
                <a:lnTo>
                  <a:pt x="2738628" y="0"/>
                </a:lnTo>
                <a:lnTo>
                  <a:pt x="77724" y="0"/>
                </a:lnTo>
                <a:close/>
              </a:path>
            </a:pathLst>
          </a:custGeom>
          <a:solidFill>
            <a:srgbClr val="B7C9DE">
              <a:alpha val="4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5143500" y="1115568"/>
            <a:ext cx="2738628" cy="361188"/>
          </a:xfrm>
          <a:custGeom>
            <a:avLst/>
            <a:gdLst/>
            <a:ahLst/>
            <a:cxnLst/>
            <a:rect l="l" t="t" r="r" b="b"/>
            <a:pathLst>
              <a:path w="2738628" h="361188">
                <a:moveTo>
                  <a:pt x="1293876" y="361188"/>
                </a:moveTo>
                <a:lnTo>
                  <a:pt x="2738628" y="361188"/>
                </a:lnTo>
                <a:lnTo>
                  <a:pt x="2660904" y="0"/>
                </a:lnTo>
                <a:lnTo>
                  <a:pt x="0" y="0"/>
                </a:lnTo>
                <a:close/>
              </a:path>
            </a:pathLst>
          </a:custGeom>
          <a:solidFill>
            <a:srgbClr val="E88A7C">
              <a:alpha val="45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420624" y="4264533"/>
            <a:ext cx="1444752" cy="365760"/>
          </a:xfrm>
          <a:prstGeom prst="rect">
            <a:avLst/>
          </a:prstGeom>
          <a:solidFill>
            <a:srgbClr val="DCE6F2"/>
          </a:solidFill>
          <a:ln w="19050">
            <a:solidFill>
              <a:srgbClr val="3A3A3A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b="1" i="1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</a:t>
            </a:r>
            <a:pPr algn="ctr" indent="0" marL="0">
              <a:buNone/>
            </a:pPr>
            <a:r>
              <a:rPr lang="en-US" sz="1050" i="1" baseline="3000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(l)</a:t>
            </a:r>
            <a:pPr algn="ctr" indent="0" marL="0">
              <a:buNone/>
            </a:pPr>
            <a:r>
              <a:rPr lang="en-US" sz="1050" i="1" baseline="-4000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x,1:T−1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20624" y="3673602"/>
            <a:ext cx="1444752" cy="365760"/>
          </a:xfrm>
          <a:prstGeom prst="rect">
            <a:avLst/>
          </a:prstGeom>
          <a:solidFill>
            <a:srgbClr val="F4F4F4"/>
          </a:solidFill>
          <a:ln w="19050">
            <a:solidFill>
              <a:srgbClr val="3A3A3A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Linear QKV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20624" y="3046095"/>
            <a:ext cx="347472" cy="365760"/>
          </a:xfrm>
          <a:prstGeom prst="rect">
            <a:avLst/>
          </a:prstGeom>
          <a:solidFill>
            <a:srgbClr val="DCE6F2"/>
          </a:solidFill>
          <a:ln w="19050">
            <a:solidFill>
              <a:srgbClr val="3A3A3A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914400" y="3046095"/>
            <a:ext cx="768096" cy="365760"/>
          </a:xfrm>
          <a:prstGeom prst="rect">
            <a:avLst/>
          </a:prstGeom>
          <a:solidFill>
            <a:srgbClr val="DCE6F2"/>
          </a:solidFill>
          <a:ln w="19050">
            <a:solidFill>
              <a:srgbClr val="3A3A3A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</a:t>
            </a:r>
            <a:pPr algn="ctr" indent="0" marL="0">
              <a:buNone/>
            </a:pPr>
            <a:r>
              <a:rPr lang="en-US" sz="105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&amp; </a:t>
            </a:r>
            <a:pPr algn="ctr" indent="0" marL="0">
              <a:buNone/>
            </a:pPr>
            <a:r>
              <a:rPr lang="en-US" sz="1050" i="1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274320" y="2235708"/>
            <a:ext cx="749808" cy="365760"/>
          </a:xfrm>
          <a:prstGeom prst="rect">
            <a:avLst/>
          </a:prstGeom>
          <a:solidFill>
            <a:srgbClr val="DCE6F2"/>
          </a:solidFill>
          <a:ln w="19050">
            <a:solidFill>
              <a:srgbClr val="3A3A3A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Self Attn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207008" y="2235708"/>
            <a:ext cx="749808" cy="365760"/>
          </a:xfrm>
          <a:prstGeom prst="rect">
            <a:avLst/>
          </a:prstGeom>
          <a:solidFill>
            <a:srgbClr val="C5E0B4"/>
          </a:solidFill>
          <a:ln w="19050">
            <a:solidFill>
              <a:srgbClr val="3A3A3A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Cross Attn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325880" y="1754505"/>
            <a:ext cx="512064" cy="347472"/>
          </a:xfrm>
          <a:prstGeom prst="rect">
            <a:avLst/>
          </a:prstGeom>
          <a:solidFill>
            <a:srgbClr val="C5E0B4"/>
          </a:solidFill>
          <a:ln w="19050">
            <a:solidFill>
              <a:srgbClr val="3A3A3A"/>
            </a:solidFill>
            <a:prstDash val="sysDot"/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Gate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20624" y="1181862"/>
            <a:ext cx="1444752" cy="365760"/>
          </a:xfrm>
          <a:prstGeom prst="rect">
            <a:avLst/>
          </a:prstGeom>
          <a:solidFill>
            <a:srgbClr val="F4F4F4"/>
          </a:solidFill>
          <a:ln w="19050">
            <a:solidFill>
              <a:srgbClr val="3A3A3A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Output proj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20624" y="627507"/>
            <a:ext cx="1444752" cy="365760"/>
          </a:xfrm>
          <a:prstGeom prst="rect">
            <a:avLst/>
          </a:prstGeom>
          <a:solidFill>
            <a:srgbClr val="F4F4F4"/>
          </a:solidFill>
          <a:ln w="19050">
            <a:solidFill>
              <a:srgbClr val="3A3A3A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Add &amp; Norm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20624" y="91440"/>
            <a:ext cx="1444752" cy="365760"/>
          </a:xfrm>
          <a:prstGeom prst="rect">
            <a:avLst/>
          </a:prstGeom>
          <a:solidFill>
            <a:srgbClr val="DCE6F2"/>
          </a:solidFill>
          <a:ln w="19050">
            <a:solidFill>
              <a:srgbClr val="3A3A3A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b="1" i="1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h̃</a:t>
            </a:r>
            <a:pPr algn="ctr" indent="0" marL="0">
              <a:buNone/>
            </a:pPr>
            <a:r>
              <a:rPr lang="en-US" sz="1050" i="1" baseline="3000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(l)</a:t>
            </a:r>
            <a:pPr algn="ctr" indent="0" marL="0">
              <a:buNone/>
            </a:pPr>
            <a:r>
              <a:rPr lang="en-US" sz="1050" i="1" baseline="-4000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x,1:T−1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2121408" y="4264533"/>
            <a:ext cx="1444752" cy="365760"/>
          </a:xfrm>
          <a:prstGeom prst="rect">
            <a:avLst/>
          </a:prstGeom>
          <a:solidFill>
            <a:srgbClr val="F4A79A"/>
          </a:solidFill>
          <a:ln w="19050">
            <a:solidFill>
              <a:srgbClr val="3A3A3A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b="1" i="1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</a:t>
            </a:r>
            <a:pPr algn="ctr" indent="0" marL="0">
              <a:buNone/>
            </a:pPr>
            <a:r>
              <a:rPr lang="en-US" sz="1050" i="1" baseline="3000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(l)</a:t>
            </a:r>
            <a:pPr algn="ctr" indent="0" marL="0">
              <a:buNone/>
            </a:pPr>
            <a:r>
              <a:rPr lang="en-US" sz="1050" i="1" baseline="-4000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y,1:T−1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2121408" y="3673602"/>
            <a:ext cx="1444752" cy="365760"/>
          </a:xfrm>
          <a:prstGeom prst="rect">
            <a:avLst/>
          </a:prstGeom>
          <a:solidFill>
            <a:srgbClr val="F4F4F4"/>
          </a:solidFill>
          <a:ln w="19050">
            <a:solidFill>
              <a:srgbClr val="3A3A3A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Linear QKV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218688" y="3046095"/>
            <a:ext cx="347472" cy="365760"/>
          </a:xfrm>
          <a:prstGeom prst="rect">
            <a:avLst/>
          </a:prstGeom>
          <a:solidFill>
            <a:srgbClr val="F4A79A"/>
          </a:solidFill>
          <a:ln w="19050">
            <a:solidFill>
              <a:srgbClr val="3A3A3A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2304288" y="3046095"/>
            <a:ext cx="768096" cy="365760"/>
          </a:xfrm>
          <a:prstGeom prst="rect">
            <a:avLst/>
          </a:prstGeom>
          <a:solidFill>
            <a:srgbClr val="F4A79A"/>
          </a:solidFill>
          <a:ln w="19050">
            <a:solidFill>
              <a:srgbClr val="3A3A3A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</a:t>
            </a:r>
            <a:pPr algn="ctr" indent="0" marL="0">
              <a:buNone/>
            </a:pPr>
            <a:r>
              <a:rPr lang="en-US" sz="105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&amp; </a:t>
            </a:r>
            <a:pPr algn="ctr" indent="0" marL="0">
              <a:buNone/>
            </a:pPr>
            <a:r>
              <a:rPr lang="en-US" sz="1050" i="1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2962656" y="2235708"/>
            <a:ext cx="749808" cy="365760"/>
          </a:xfrm>
          <a:prstGeom prst="rect">
            <a:avLst/>
          </a:prstGeom>
          <a:solidFill>
            <a:srgbClr val="F4A79A"/>
          </a:solidFill>
          <a:ln w="19050">
            <a:solidFill>
              <a:srgbClr val="3A3A3A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Self Attn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2029968" y="2235708"/>
            <a:ext cx="749808" cy="365760"/>
          </a:xfrm>
          <a:prstGeom prst="rect">
            <a:avLst/>
          </a:prstGeom>
          <a:solidFill>
            <a:srgbClr val="FFF2CC"/>
          </a:solidFill>
          <a:ln w="19050">
            <a:solidFill>
              <a:srgbClr val="3A3A3A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Cross Attn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2148840" y="1754505"/>
            <a:ext cx="512064" cy="347472"/>
          </a:xfrm>
          <a:prstGeom prst="rect">
            <a:avLst/>
          </a:prstGeom>
          <a:solidFill>
            <a:srgbClr val="FFF2CC"/>
          </a:solidFill>
          <a:ln w="19050">
            <a:solidFill>
              <a:srgbClr val="3A3A3A"/>
            </a:solidFill>
            <a:prstDash val="sysDot"/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Gate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121408" y="1181862"/>
            <a:ext cx="1444752" cy="365760"/>
          </a:xfrm>
          <a:prstGeom prst="rect">
            <a:avLst/>
          </a:prstGeom>
          <a:solidFill>
            <a:srgbClr val="F4F4F4"/>
          </a:solidFill>
          <a:ln w="19050">
            <a:solidFill>
              <a:srgbClr val="3A3A3A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Output proj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2121408" y="627507"/>
            <a:ext cx="1444752" cy="365760"/>
          </a:xfrm>
          <a:prstGeom prst="rect">
            <a:avLst/>
          </a:prstGeom>
          <a:solidFill>
            <a:srgbClr val="F4F4F4"/>
          </a:solidFill>
          <a:ln w="19050">
            <a:solidFill>
              <a:srgbClr val="3A3A3A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Add &amp; Norm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2121408" y="91440"/>
            <a:ext cx="1444752" cy="365760"/>
          </a:xfrm>
          <a:prstGeom prst="rect">
            <a:avLst/>
          </a:prstGeom>
          <a:solidFill>
            <a:srgbClr val="F4A79A"/>
          </a:solidFill>
          <a:ln w="19050">
            <a:solidFill>
              <a:srgbClr val="3A3A3A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b="1" i="1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h̃</a:t>
            </a:r>
            <a:pPr algn="ctr" indent="0" marL="0">
              <a:buNone/>
            </a:pPr>
            <a:r>
              <a:rPr lang="en-US" sz="1050" i="1" baseline="3000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(l)</a:t>
            </a:r>
            <a:pPr algn="ctr" indent="0" marL="0">
              <a:buNone/>
            </a:pPr>
            <a:r>
              <a:rPr lang="en-US" sz="1050" i="1" baseline="-4000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y,1:T−1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498848" y="3483864"/>
            <a:ext cx="786384" cy="365760"/>
          </a:xfrm>
          <a:prstGeom prst="rect">
            <a:avLst/>
          </a:prstGeom>
          <a:solidFill>
            <a:srgbClr val="F4F4F4"/>
          </a:solidFill>
          <a:ln w="19050">
            <a:solidFill>
              <a:srgbClr val="3A3A3A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MLP</a:t>
            </a:r>
            <a:pPr algn="ctr" indent="0" marL="0">
              <a:buNone/>
            </a:pPr>
            <a:r>
              <a:rPr lang="en-US" sz="1050" baseline="-4000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413248" y="3483864"/>
            <a:ext cx="786384" cy="365760"/>
          </a:xfrm>
          <a:prstGeom prst="rect">
            <a:avLst/>
          </a:prstGeom>
          <a:solidFill>
            <a:srgbClr val="F4F4F4"/>
          </a:solidFill>
          <a:ln w="19050">
            <a:solidFill>
              <a:srgbClr val="3A3A3A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MLP</a:t>
            </a:r>
            <a:pPr algn="ctr" indent="0" marL="0">
              <a:buNone/>
            </a:pPr>
            <a:r>
              <a:rPr lang="en-US" sz="1050" baseline="-4000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419088" y="3483864"/>
            <a:ext cx="786384" cy="365760"/>
          </a:xfrm>
          <a:prstGeom prst="rect">
            <a:avLst/>
          </a:prstGeom>
          <a:solidFill>
            <a:srgbClr val="F4F4F4"/>
          </a:solidFill>
          <a:ln w="19050">
            <a:solidFill>
              <a:srgbClr val="3A3A3A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MLP</a:t>
            </a:r>
            <a:pPr algn="ctr" indent="0" marL="0">
              <a:buNone/>
            </a:pPr>
            <a:r>
              <a:rPr lang="en-US" sz="1050" baseline="-4000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7333488" y="3483864"/>
            <a:ext cx="786384" cy="365760"/>
          </a:xfrm>
          <a:prstGeom prst="rect">
            <a:avLst/>
          </a:prstGeom>
          <a:solidFill>
            <a:srgbClr val="F4F4F4"/>
          </a:solidFill>
          <a:ln w="19050">
            <a:solidFill>
              <a:srgbClr val="3A3A3A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MLP</a:t>
            </a:r>
            <a:pPr algn="ctr" indent="0" marL="0">
              <a:buNone/>
            </a:pPr>
            <a:r>
              <a:rPr lang="en-US" sz="1050" baseline="-4000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736592" y="4293108"/>
            <a:ext cx="1444752" cy="365760"/>
          </a:xfrm>
          <a:prstGeom prst="rect">
            <a:avLst/>
          </a:prstGeom>
          <a:solidFill>
            <a:srgbClr val="F4F4F4"/>
          </a:solidFill>
          <a:ln w="19050">
            <a:solidFill>
              <a:srgbClr val="3A3A3A"/>
            </a:solidFill>
            <a:prstDash val="sysDot"/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Top-2 Router</a:t>
            </a:r>
            <a:pPr algn="ctr" indent="0" marL="0">
              <a:buNone/>
            </a:pPr>
            <a:r>
              <a:rPr lang="en-US" sz="1050" i="1" baseline="-4000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736592" y="2139696"/>
            <a:ext cx="1444752" cy="365760"/>
          </a:xfrm>
          <a:prstGeom prst="rect">
            <a:avLst/>
          </a:prstGeom>
          <a:solidFill>
            <a:srgbClr val="F4F4F4"/>
          </a:solidFill>
          <a:ln w="19050">
            <a:solidFill>
              <a:srgbClr val="3A3A3A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Add &amp; Norm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437376" y="4293108"/>
            <a:ext cx="1444752" cy="365760"/>
          </a:xfrm>
          <a:prstGeom prst="rect">
            <a:avLst/>
          </a:prstGeom>
          <a:solidFill>
            <a:srgbClr val="F4F4F4"/>
          </a:solidFill>
          <a:ln w="19050">
            <a:solidFill>
              <a:srgbClr val="3A3A3A"/>
            </a:solidFill>
            <a:prstDash val="sysDot"/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Top-2 Router</a:t>
            </a:r>
            <a:pPr algn="ctr" indent="0" marL="0">
              <a:buNone/>
            </a:pPr>
            <a:r>
              <a:rPr lang="en-US" sz="1050" i="1" baseline="-4000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6437376" y="2139696"/>
            <a:ext cx="1444752" cy="365760"/>
          </a:xfrm>
          <a:prstGeom prst="rect">
            <a:avLst/>
          </a:prstGeom>
          <a:solidFill>
            <a:srgbClr val="F4F4F4"/>
          </a:solidFill>
          <a:ln w="19050">
            <a:solidFill>
              <a:srgbClr val="3A3A3A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Add &amp; Norm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4279392" y="91440"/>
            <a:ext cx="4059936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425696" y="173736"/>
            <a:ext cx="457200" cy="201168"/>
          </a:xfrm>
          <a:prstGeom prst="rect">
            <a:avLst/>
          </a:prstGeom>
          <a:solidFill>
            <a:srgbClr val="F4F4F4"/>
          </a:solidFill>
          <a:ln w="19050">
            <a:solidFill>
              <a:srgbClr val="3A3A3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425696" y="448056"/>
            <a:ext cx="457200" cy="201168"/>
          </a:xfrm>
          <a:prstGeom prst="rect">
            <a:avLst/>
          </a:prstGeom>
          <a:solidFill>
            <a:srgbClr val="F4F4F4"/>
          </a:solidFill>
          <a:ln w="19050">
            <a:solidFill>
              <a:srgbClr val="3A3A3A"/>
            </a:solidFill>
            <a:prstDash val="sysDot"/>
          </a:ln>
        </p:spPr>
      </p:sp>
      <p:sp>
        <p:nvSpPr>
          <p:cNvPr id="38" name="Text 36"/>
          <p:cNvSpPr/>
          <p:nvPr/>
        </p:nvSpPr>
        <p:spPr>
          <a:xfrm>
            <a:off x="9354693" y="1298448"/>
            <a:ext cx="384048" cy="384048"/>
          </a:xfrm>
          <a:prstGeom prst="rect">
            <a:avLst/>
          </a:prstGeom>
          <a:solidFill>
            <a:srgbClr val="DCE6F2"/>
          </a:solidFill>
          <a:ln w="19050">
            <a:solidFill>
              <a:srgbClr val="3A3A3A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</a:t>
            </a:r>
            <a:pPr algn="ctr" indent="0" marL="0">
              <a:buNone/>
            </a:pPr>
            <a:r>
              <a:rPr lang="en-US" sz="1050" i="1" baseline="-4000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9811893" y="1298448"/>
            <a:ext cx="384048" cy="384048"/>
          </a:xfrm>
          <a:prstGeom prst="rect">
            <a:avLst/>
          </a:prstGeom>
          <a:solidFill>
            <a:srgbClr val="F4A79A"/>
          </a:solidFill>
          <a:ln w="19050">
            <a:solidFill>
              <a:srgbClr val="3A3A3A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</a:t>
            </a:r>
            <a:pPr algn="ctr" indent="0" marL="0">
              <a:buNone/>
            </a:pPr>
            <a:r>
              <a:rPr lang="en-US" sz="1050" i="1" baseline="-4000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10269093" y="1298448"/>
            <a:ext cx="384048" cy="384048"/>
          </a:xfrm>
          <a:prstGeom prst="rect">
            <a:avLst/>
          </a:prstGeom>
          <a:solidFill>
            <a:srgbClr val="DCE6F2"/>
          </a:solidFill>
          <a:ln w="19050">
            <a:solidFill>
              <a:srgbClr val="3A3A3A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</a:t>
            </a:r>
            <a:pPr algn="ctr" indent="0" marL="0">
              <a:buNone/>
            </a:pPr>
            <a:r>
              <a:rPr lang="en-US" sz="1050" i="1" baseline="-4000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10726293" y="1298448"/>
            <a:ext cx="384048" cy="384048"/>
          </a:xfrm>
          <a:prstGeom prst="rect">
            <a:avLst/>
          </a:prstGeom>
          <a:solidFill>
            <a:srgbClr val="F4A79A"/>
          </a:solidFill>
          <a:ln w="19050">
            <a:solidFill>
              <a:srgbClr val="3A3A3A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</a:t>
            </a:r>
            <a:pPr algn="ctr" indent="0" marL="0">
              <a:buNone/>
            </a:pPr>
            <a:r>
              <a:rPr lang="en-US" sz="1050" i="1" baseline="-4000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9263253" y="694944"/>
            <a:ext cx="2926080" cy="365760"/>
          </a:xfrm>
          <a:prstGeom prst="rect">
            <a:avLst/>
          </a:prstGeom>
          <a:solidFill>
            <a:srgbClr val="F4F4F4"/>
          </a:solidFill>
          <a:ln w="19050">
            <a:solidFill>
              <a:srgbClr val="3A3A3A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Duet</a:t>
            </a:r>
            <a:pPr algn="ctr" indent="0" marL="0">
              <a:buNone/>
            </a:pPr>
            <a:r>
              <a:rPr lang="en-US" sz="105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, </a:t>
            </a:r>
            <a:pPr algn="ctr" indent="0" marL="0">
              <a:buNone/>
            </a:pPr>
            <a:r>
              <a:rPr lang="en-US" sz="1050" i="1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</a:t>
            </a:r>
            <a:pPr algn="ctr" indent="0" marL="0">
              <a:buNone/>
            </a:pPr>
            <a:r>
              <a:rPr lang="en-US" sz="105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blocks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10269093" y="91440"/>
            <a:ext cx="384048" cy="384048"/>
          </a:xfrm>
          <a:prstGeom prst="ellipse">
            <a:avLst/>
          </a:prstGeom>
          <a:solidFill>
            <a:srgbClr val="DCE6F2"/>
          </a:solidFill>
          <a:ln w="19050">
            <a:solidFill>
              <a:srgbClr val="3A3A3A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</a:t>
            </a:r>
            <a:pPr algn="ctr" indent="0" marL="0">
              <a:buNone/>
            </a:pPr>
            <a:r>
              <a:rPr lang="en-US" sz="1050" i="1" baseline="3000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*</a:t>
            </a:r>
            <a:pPr algn="ctr" indent="0" marL="0">
              <a:buNone/>
            </a:pPr>
            <a:r>
              <a:rPr lang="en-US" sz="1050" i="1" baseline="-4000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9354693" y="3172968"/>
            <a:ext cx="384048" cy="384048"/>
          </a:xfrm>
          <a:prstGeom prst="rect">
            <a:avLst/>
          </a:prstGeom>
          <a:solidFill>
            <a:srgbClr val="DCE6F2"/>
          </a:solidFill>
          <a:ln w="19050">
            <a:solidFill>
              <a:srgbClr val="3A3A3A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</a:t>
            </a:r>
            <a:pPr algn="ctr" indent="0" marL="0">
              <a:buNone/>
            </a:pPr>
            <a:r>
              <a:rPr lang="en-US" sz="1050" i="1" baseline="-4000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9811893" y="3172968"/>
            <a:ext cx="384048" cy="384048"/>
          </a:xfrm>
          <a:prstGeom prst="rect">
            <a:avLst/>
          </a:prstGeom>
          <a:solidFill>
            <a:srgbClr val="F4A79A"/>
          </a:solidFill>
          <a:ln w="19050">
            <a:solidFill>
              <a:srgbClr val="3A3A3A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</a:t>
            </a:r>
            <a:pPr algn="ctr" indent="0" marL="0">
              <a:buNone/>
            </a:pPr>
            <a:r>
              <a:rPr lang="en-US" sz="1050" i="1" baseline="-4000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10269093" y="3172968"/>
            <a:ext cx="384048" cy="384048"/>
          </a:xfrm>
          <a:prstGeom prst="rect">
            <a:avLst/>
          </a:prstGeom>
          <a:solidFill>
            <a:srgbClr val="DCE6F2"/>
          </a:solidFill>
          <a:ln w="19050">
            <a:solidFill>
              <a:srgbClr val="3A3A3A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</a:t>
            </a:r>
            <a:pPr algn="ctr" indent="0" marL="0">
              <a:buNone/>
            </a:pPr>
            <a:r>
              <a:rPr lang="en-US" sz="1050" i="1" baseline="-4000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10726293" y="3172968"/>
            <a:ext cx="384048" cy="384048"/>
          </a:xfrm>
          <a:prstGeom prst="rect">
            <a:avLst/>
          </a:prstGeom>
          <a:solidFill>
            <a:srgbClr val="F4A79A"/>
          </a:solidFill>
          <a:ln w="19050">
            <a:solidFill>
              <a:srgbClr val="3A3A3A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</a:t>
            </a:r>
            <a:pPr algn="ctr" indent="0" marL="0">
              <a:buNone/>
            </a:pPr>
            <a:r>
              <a:rPr lang="en-US" sz="1050" i="1" baseline="-4000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11183493" y="3172968"/>
            <a:ext cx="384048" cy="384048"/>
          </a:xfrm>
          <a:prstGeom prst="rect">
            <a:avLst/>
          </a:prstGeom>
          <a:solidFill>
            <a:srgbClr val="DCE6F2"/>
          </a:solidFill>
          <a:ln w="19050">
            <a:solidFill>
              <a:srgbClr val="3A3A3A"/>
            </a:solidFill>
            <a:prstDash val="sysDot"/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</a:t>
            </a:r>
            <a:pPr algn="ctr" indent="0" marL="0">
              <a:buNone/>
            </a:pPr>
            <a:r>
              <a:rPr lang="en-US" sz="1050" i="1" baseline="3000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*</a:t>
            </a:r>
            <a:pPr algn="ctr" indent="0" marL="0">
              <a:buNone/>
            </a:pPr>
            <a:r>
              <a:rPr lang="en-US" sz="1050" i="1" baseline="-4000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11640693" y="3172968"/>
            <a:ext cx="384048" cy="384048"/>
          </a:xfrm>
          <a:prstGeom prst="rect">
            <a:avLst/>
          </a:prstGeom>
          <a:solidFill>
            <a:srgbClr val="EAEAEA"/>
          </a:solidFill>
          <a:ln w="19050">
            <a:solidFill>
              <a:srgbClr val="3A3A3A"/>
            </a:solidFill>
            <a:prstDash val="sysDot"/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</a:t>
            </a:r>
            <a:pPr algn="ctr" indent="0" marL="0">
              <a:buNone/>
            </a:pPr>
            <a:r>
              <a:rPr lang="en-US" sz="1050" i="1" baseline="3000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*</a:t>
            </a:r>
            <a:pPr algn="ctr" indent="0" marL="0">
              <a:buNone/>
            </a:pPr>
            <a:r>
              <a:rPr lang="en-US" sz="1050" i="1" baseline="-4000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9263253" y="2569464"/>
            <a:ext cx="2926080" cy="365760"/>
          </a:xfrm>
          <a:prstGeom prst="rect">
            <a:avLst/>
          </a:prstGeom>
          <a:solidFill>
            <a:srgbClr val="F4F4F4"/>
          </a:solidFill>
          <a:ln w="19050">
            <a:solidFill>
              <a:srgbClr val="3A3A3A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Duet</a:t>
            </a:r>
            <a:pPr algn="ctr" indent="0" marL="0">
              <a:buNone/>
            </a:pPr>
            <a:r>
              <a:rPr lang="en-US" sz="105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, </a:t>
            </a:r>
            <a:pPr algn="ctr" indent="0" marL="0">
              <a:buNone/>
            </a:pPr>
            <a:r>
              <a:rPr lang="en-US" sz="1050" i="1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</a:t>
            </a:r>
            <a:pPr algn="ctr" indent="0" marL="0">
              <a:buNone/>
            </a:pPr>
            <a:r>
              <a:rPr lang="en-US" sz="105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blocks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11183493" y="1965960"/>
            <a:ext cx="384048" cy="384048"/>
          </a:xfrm>
          <a:prstGeom prst="rect">
            <a:avLst/>
          </a:prstGeom>
          <a:solidFill>
            <a:srgbClr val="DCE6F2"/>
          </a:solidFill>
          <a:ln w="19050">
            <a:solidFill>
              <a:srgbClr val="3A3A3A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</a:t>
            </a:r>
            <a:pPr algn="ctr" indent="0" marL="0">
              <a:buNone/>
            </a:pPr>
            <a:r>
              <a:rPr lang="en-US" sz="1050" i="1" baseline="-4000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11640693" y="1965960"/>
            <a:ext cx="384048" cy="384048"/>
          </a:xfrm>
          <a:prstGeom prst="rect">
            <a:avLst/>
          </a:prstGeom>
          <a:solidFill>
            <a:srgbClr val="F4A79A"/>
          </a:solidFill>
          <a:ln w="19050">
            <a:solidFill>
              <a:srgbClr val="3A3A3A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</a:t>
            </a:r>
            <a:pPr algn="ctr" indent="0" marL="0">
              <a:buNone/>
            </a:pPr>
            <a:r>
              <a:rPr lang="en-US" sz="1050" i="1" baseline="-4000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050" dirty="0"/>
          </a:p>
        </p:txBody>
      </p:sp>
      <p:sp>
        <p:nvSpPr>
          <p:cNvPr id="53" name="Text 51"/>
          <p:cNvSpPr/>
          <p:nvPr/>
        </p:nvSpPr>
        <p:spPr>
          <a:xfrm>
            <a:off x="9354693" y="5047488"/>
            <a:ext cx="384048" cy="384048"/>
          </a:xfrm>
          <a:prstGeom prst="rect">
            <a:avLst/>
          </a:prstGeom>
          <a:solidFill>
            <a:srgbClr val="DCE6F2"/>
          </a:solidFill>
          <a:ln w="19050">
            <a:solidFill>
              <a:srgbClr val="3A3A3A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</a:t>
            </a:r>
            <a:pPr algn="ctr" indent="0" marL="0">
              <a:buNone/>
            </a:pPr>
            <a:r>
              <a:rPr lang="en-US" sz="1050" i="1" baseline="-4000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050" dirty="0"/>
          </a:p>
        </p:txBody>
      </p:sp>
      <p:sp>
        <p:nvSpPr>
          <p:cNvPr id="54" name="Text 52"/>
          <p:cNvSpPr/>
          <p:nvPr/>
        </p:nvSpPr>
        <p:spPr>
          <a:xfrm>
            <a:off x="9811893" y="5047488"/>
            <a:ext cx="384048" cy="384048"/>
          </a:xfrm>
          <a:prstGeom prst="rect">
            <a:avLst/>
          </a:prstGeom>
          <a:solidFill>
            <a:srgbClr val="F4A79A"/>
          </a:solidFill>
          <a:ln w="19050">
            <a:solidFill>
              <a:srgbClr val="3A3A3A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</a:t>
            </a:r>
            <a:pPr algn="ctr" indent="0" marL="0">
              <a:buNone/>
            </a:pPr>
            <a:r>
              <a:rPr lang="en-US" sz="1050" i="1" baseline="-4000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050" dirty="0"/>
          </a:p>
        </p:txBody>
      </p:sp>
      <p:sp>
        <p:nvSpPr>
          <p:cNvPr id="55" name="Text 53"/>
          <p:cNvSpPr/>
          <p:nvPr/>
        </p:nvSpPr>
        <p:spPr>
          <a:xfrm>
            <a:off x="10269093" y="5047488"/>
            <a:ext cx="384048" cy="384048"/>
          </a:xfrm>
          <a:prstGeom prst="rect">
            <a:avLst/>
          </a:prstGeom>
          <a:solidFill>
            <a:srgbClr val="DCE6F2"/>
          </a:solidFill>
          <a:ln w="19050">
            <a:solidFill>
              <a:srgbClr val="3A3A3A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</a:t>
            </a:r>
            <a:pPr algn="ctr" indent="0" marL="0">
              <a:buNone/>
            </a:pPr>
            <a:r>
              <a:rPr lang="en-US" sz="1050" i="1" baseline="-4000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050" dirty="0"/>
          </a:p>
        </p:txBody>
      </p:sp>
      <p:sp>
        <p:nvSpPr>
          <p:cNvPr id="56" name="Text 54"/>
          <p:cNvSpPr/>
          <p:nvPr/>
        </p:nvSpPr>
        <p:spPr>
          <a:xfrm>
            <a:off x="10726293" y="5047488"/>
            <a:ext cx="384048" cy="384048"/>
          </a:xfrm>
          <a:prstGeom prst="rect">
            <a:avLst/>
          </a:prstGeom>
          <a:solidFill>
            <a:srgbClr val="F4A79A"/>
          </a:solidFill>
          <a:ln w="19050">
            <a:solidFill>
              <a:srgbClr val="3A3A3A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</a:t>
            </a:r>
            <a:pPr algn="ctr" indent="0" marL="0">
              <a:buNone/>
            </a:pPr>
            <a:r>
              <a:rPr lang="en-US" sz="1050" i="1" baseline="-4000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050" dirty="0"/>
          </a:p>
        </p:txBody>
      </p:sp>
      <p:sp>
        <p:nvSpPr>
          <p:cNvPr id="57" name="Text 55"/>
          <p:cNvSpPr/>
          <p:nvPr/>
        </p:nvSpPr>
        <p:spPr>
          <a:xfrm>
            <a:off x="11183493" y="5047488"/>
            <a:ext cx="384048" cy="384048"/>
          </a:xfrm>
          <a:prstGeom prst="rect">
            <a:avLst/>
          </a:prstGeom>
          <a:solidFill>
            <a:srgbClr val="DCE6F2"/>
          </a:solidFill>
          <a:ln w="19050">
            <a:solidFill>
              <a:srgbClr val="3A3A3A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</a:t>
            </a:r>
            <a:pPr algn="ctr" indent="0" marL="0">
              <a:buNone/>
            </a:pPr>
            <a:r>
              <a:rPr lang="en-US" sz="1050" i="1" baseline="-4000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050" dirty="0"/>
          </a:p>
        </p:txBody>
      </p:sp>
      <p:sp>
        <p:nvSpPr>
          <p:cNvPr id="58" name="Text 56"/>
          <p:cNvSpPr/>
          <p:nvPr/>
        </p:nvSpPr>
        <p:spPr>
          <a:xfrm>
            <a:off x="11640693" y="5047488"/>
            <a:ext cx="384048" cy="384048"/>
          </a:xfrm>
          <a:prstGeom prst="rect">
            <a:avLst/>
          </a:prstGeom>
          <a:solidFill>
            <a:srgbClr val="F4A79A"/>
          </a:solidFill>
          <a:ln w="19050">
            <a:solidFill>
              <a:srgbClr val="3A3A3A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</a:t>
            </a:r>
            <a:pPr algn="ctr" indent="0" marL="0">
              <a:buNone/>
            </a:pPr>
            <a:r>
              <a:rPr lang="en-US" sz="1050" i="1" baseline="-4000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050" dirty="0"/>
          </a:p>
        </p:txBody>
      </p:sp>
      <p:sp>
        <p:nvSpPr>
          <p:cNvPr id="59" name="Text 57"/>
          <p:cNvSpPr/>
          <p:nvPr/>
        </p:nvSpPr>
        <p:spPr>
          <a:xfrm>
            <a:off x="9263253" y="4443984"/>
            <a:ext cx="2926080" cy="365760"/>
          </a:xfrm>
          <a:prstGeom prst="rect">
            <a:avLst/>
          </a:prstGeom>
          <a:solidFill>
            <a:srgbClr val="F4F4F4"/>
          </a:solidFill>
          <a:ln w="19050">
            <a:solidFill>
              <a:srgbClr val="3A3A3A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Duet</a:t>
            </a:r>
            <a:pPr algn="ctr" indent="0" marL="0">
              <a:buNone/>
            </a:pPr>
            <a:r>
              <a:rPr lang="en-US" sz="105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, </a:t>
            </a:r>
            <a:pPr algn="ctr" indent="0" marL="0">
              <a:buNone/>
            </a:pPr>
            <a:r>
              <a:rPr lang="en-US" sz="1050" i="1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</a:t>
            </a:r>
            <a:pPr algn="ctr" indent="0" marL="0">
              <a:buNone/>
            </a:pPr>
            <a:r>
              <a:rPr lang="en-US" sz="105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blocks</a:t>
            </a:r>
            <a:endParaRPr lang="en-US" sz="1050" dirty="0"/>
          </a:p>
        </p:txBody>
      </p:sp>
      <p:sp>
        <p:nvSpPr>
          <p:cNvPr id="60" name="Text 58"/>
          <p:cNvSpPr/>
          <p:nvPr/>
        </p:nvSpPr>
        <p:spPr>
          <a:xfrm>
            <a:off x="11640693" y="3840480"/>
            <a:ext cx="384048" cy="384048"/>
          </a:xfrm>
          <a:prstGeom prst="ellipse">
            <a:avLst/>
          </a:prstGeom>
          <a:solidFill>
            <a:srgbClr val="F4A79A"/>
          </a:solidFill>
          <a:ln w="19050">
            <a:solidFill>
              <a:srgbClr val="3A3A3A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</a:t>
            </a:r>
            <a:pPr algn="ctr" indent="0" marL="0">
              <a:buNone/>
            </a:pPr>
            <a:r>
              <a:rPr lang="en-US" sz="1050" i="1" baseline="3000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*</a:t>
            </a:r>
            <a:pPr algn="ctr" indent="0" marL="0">
              <a:buNone/>
            </a:pPr>
            <a:r>
              <a:rPr lang="en-US" sz="1050" i="1" baseline="-4000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1050" dirty="0"/>
          </a:p>
        </p:txBody>
      </p:sp>
      <p:sp>
        <p:nvSpPr>
          <p:cNvPr id="61" name="Shape 59"/>
          <p:cNvSpPr/>
          <p:nvPr/>
        </p:nvSpPr>
        <p:spPr>
          <a:xfrm>
            <a:off x="498348" y="5138928"/>
            <a:ext cx="274320" cy="274320"/>
          </a:xfrm>
          <a:prstGeom prst="rect">
            <a:avLst/>
          </a:prstGeom>
          <a:solidFill>
            <a:srgbClr val="DCE6F2"/>
          </a:solidFill>
          <a:ln w="19050">
            <a:solidFill>
              <a:srgbClr val="3A3A3A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827532" y="5138928"/>
            <a:ext cx="274320" cy="274320"/>
          </a:xfrm>
          <a:prstGeom prst="rect">
            <a:avLst/>
          </a:prstGeom>
          <a:solidFill>
            <a:srgbClr val="F4A79A"/>
          </a:solidFill>
          <a:ln w="19050">
            <a:solidFill>
              <a:srgbClr val="3A3A3A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1156716" y="5138928"/>
            <a:ext cx="274320" cy="274320"/>
          </a:xfrm>
          <a:prstGeom prst="rect">
            <a:avLst/>
          </a:prstGeom>
          <a:solidFill>
            <a:srgbClr val="DCE6F2"/>
          </a:solidFill>
          <a:ln w="19050">
            <a:solidFill>
              <a:srgbClr val="3A3A3A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1485900" y="5138928"/>
            <a:ext cx="274320" cy="274320"/>
          </a:xfrm>
          <a:prstGeom prst="rect">
            <a:avLst/>
          </a:prstGeom>
          <a:solidFill>
            <a:srgbClr val="F4A79A"/>
          </a:solidFill>
          <a:ln w="19050">
            <a:solidFill>
              <a:srgbClr val="3A3A3A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1815084" y="5138928"/>
            <a:ext cx="274320" cy="274320"/>
          </a:xfrm>
          <a:prstGeom prst="rect">
            <a:avLst/>
          </a:prstGeom>
          <a:solidFill>
            <a:srgbClr val="DCE6F2"/>
          </a:solidFill>
          <a:ln w="19050">
            <a:solidFill>
              <a:srgbClr val="3A3A3A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2144268" y="5138928"/>
            <a:ext cx="274320" cy="274320"/>
          </a:xfrm>
          <a:prstGeom prst="rect">
            <a:avLst/>
          </a:prstGeom>
          <a:solidFill>
            <a:srgbClr val="F4A79A"/>
          </a:solidFill>
          <a:ln w="19050">
            <a:solidFill>
              <a:srgbClr val="3A3A3A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2884932" y="5138928"/>
            <a:ext cx="274320" cy="274320"/>
          </a:xfrm>
          <a:prstGeom prst="rect">
            <a:avLst/>
          </a:prstGeom>
          <a:solidFill>
            <a:srgbClr val="DCE6F2"/>
          </a:solidFill>
          <a:ln w="19050">
            <a:solidFill>
              <a:srgbClr val="3A3A3A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3214116" y="5138928"/>
            <a:ext cx="274320" cy="274320"/>
          </a:xfrm>
          <a:prstGeom prst="rect">
            <a:avLst/>
          </a:prstGeom>
          <a:solidFill>
            <a:srgbClr val="F4A79A"/>
          </a:solidFill>
          <a:ln w="19050">
            <a:solidFill>
              <a:srgbClr val="3A3A3A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 flipV="1">
            <a:off x="1143000" y="4057650"/>
            <a:ext cx="3658" cy="188595"/>
          </a:xfrm>
          <a:prstGeom prst="line">
            <a:avLst/>
          </a:prstGeom>
          <a:noFill/>
          <a:ln w="13970">
            <a:solidFill>
              <a:srgbClr val="3A3A3A"/>
            </a:solidFill>
            <a:prstDash val="solid"/>
            <a:tailEnd type="triangle"/>
          </a:ln>
        </p:spPr>
      </p:sp>
      <p:sp>
        <p:nvSpPr>
          <p:cNvPr id="70" name="Shape 68"/>
          <p:cNvSpPr/>
          <p:nvPr/>
        </p:nvSpPr>
        <p:spPr>
          <a:xfrm flipV="1">
            <a:off x="594360" y="3430143"/>
            <a:ext cx="3658" cy="225171"/>
          </a:xfrm>
          <a:prstGeom prst="line">
            <a:avLst/>
          </a:prstGeom>
          <a:noFill/>
          <a:ln w="13970">
            <a:solidFill>
              <a:srgbClr val="3A3A3A"/>
            </a:solidFill>
            <a:prstDash val="solid"/>
            <a:tailEnd type="triangle"/>
          </a:ln>
        </p:spPr>
      </p:sp>
      <p:sp>
        <p:nvSpPr>
          <p:cNvPr id="71" name="Shape 69"/>
          <p:cNvSpPr/>
          <p:nvPr/>
        </p:nvSpPr>
        <p:spPr>
          <a:xfrm flipV="1">
            <a:off x="1144829" y="3430143"/>
            <a:ext cx="3658" cy="225171"/>
          </a:xfrm>
          <a:prstGeom prst="line">
            <a:avLst/>
          </a:prstGeom>
          <a:noFill/>
          <a:ln w="13970">
            <a:solidFill>
              <a:srgbClr val="3A3A3A"/>
            </a:solidFill>
            <a:prstDash val="solid"/>
            <a:tailEnd type="triangle"/>
          </a:ln>
        </p:spPr>
      </p:sp>
      <p:sp>
        <p:nvSpPr>
          <p:cNvPr id="72" name="Shape 70"/>
          <p:cNvSpPr/>
          <p:nvPr/>
        </p:nvSpPr>
        <p:spPr>
          <a:xfrm flipV="1">
            <a:off x="1452067" y="3430143"/>
            <a:ext cx="3658" cy="225171"/>
          </a:xfrm>
          <a:prstGeom prst="line">
            <a:avLst/>
          </a:prstGeom>
          <a:noFill/>
          <a:ln w="13970">
            <a:solidFill>
              <a:srgbClr val="3A3A3A"/>
            </a:solidFill>
            <a:prstDash val="solid"/>
            <a:tailEnd type="triangle"/>
          </a:ln>
        </p:spPr>
      </p:sp>
      <p:sp>
        <p:nvSpPr>
          <p:cNvPr id="73" name="Shape 71"/>
          <p:cNvSpPr/>
          <p:nvPr/>
        </p:nvSpPr>
        <p:spPr>
          <a:xfrm flipV="1">
            <a:off x="1581912" y="2120265"/>
            <a:ext cx="3658" cy="97155"/>
          </a:xfrm>
          <a:prstGeom prst="line">
            <a:avLst/>
          </a:prstGeom>
          <a:noFill/>
          <a:ln w="13970">
            <a:solidFill>
              <a:srgbClr val="3A3A3A"/>
            </a:solidFill>
            <a:prstDash val="solid"/>
            <a:tailEnd type="triangle"/>
          </a:ln>
        </p:spPr>
      </p:sp>
      <p:sp>
        <p:nvSpPr>
          <p:cNvPr id="74" name="Shape 72"/>
          <p:cNvSpPr/>
          <p:nvPr/>
        </p:nvSpPr>
        <p:spPr>
          <a:xfrm flipH="1">
            <a:off x="1252728" y="1928241"/>
            <a:ext cx="54864" cy="3658"/>
          </a:xfrm>
          <a:prstGeom prst="line">
            <a:avLst/>
          </a:prstGeom>
          <a:noFill/>
          <a:ln w="13970">
            <a:solidFill>
              <a:srgbClr val="3A3A3A"/>
            </a:solidFill>
            <a:prstDash val="solid"/>
            <a:tailEnd type="triangle"/>
          </a:ln>
        </p:spPr>
      </p:sp>
      <p:sp>
        <p:nvSpPr>
          <p:cNvPr id="75" name="Shape 73"/>
          <p:cNvSpPr/>
          <p:nvPr/>
        </p:nvSpPr>
        <p:spPr>
          <a:xfrm flipV="1">
            <a:off x="649224" y="1928241"/>
            <a:ext cx="3658" cy="289179"/>
          </a:xfrm>
          <a:prstGeom prst="line">
            <a:avLst/>
          </a:prstGeom>
          <a:noFill/>
          <a:ln w="13970">
            <a:solidFill>
              <a:srgbClr val="3A3A3A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649224" y="1928241"/>
            <a:ext cx="384048" cy="3658"/>
          </a:xfrm>
          <a:prstGeom prst="line">
            <a:avLst/>
          </a:prstGeom>
          <a:noFill/>
          <a:ln w="13970">
            <a:solidFill>
              <a:srgbClr val="3A3A3A"/>
            </a:solidFill>
            <a:prstDash val="solid"/>
            <a:tailEnd type="triangle"/>
          </a:ln>
        </p:spPr>
      </p:sp>
      <p:sp>
        <p:nvSpPr>
          <p:cNvPr id="77" name="Shape 75"/>
          <p:cNvSpPr/>
          <p:nvPr/>
        </p:nvSpPr>
        <p:spPr>
          <a:xfrm flipV="1">
            <a:off x="1143000" y="1565910"/>
            <a:ext cx="3658" cy="252603"/>
          </a:xfrm>
          <a:prstGeom prst="line">
            <a:avLst/>
          </a:prstGeom>
          <a:noFill/>
          <a:ln w="13970">
            <a:solidFill>
              <a:srgbClr val="3A3A3A"/>
            </a:solidFill>
            <a:prstDash val="solid"/>
            <a:tailEnd type="triangle"/>
          </a:ln>
        </p:spPr>
      </p:sp>
      <p:sp>
        <p:nvSpPr>
          <p:cNvPr id="78" name="Shape 76"/>
          <p:cNvSpPr/>
          <p:nvPr/>
        </p:nvSpPr>
        <p:spPr>
          <a:xfrm flipV="1">
            <a:off x="1143000" y="1011555"/>
            <a:ext cx="3658" cy="152019"/>
          </a:xfrm>
          <a:prstGeom prst="line">
            <a:avLst/>
          </a:prstGeom>
          <a:noFill/>
          <a:ln w="13970">
            <a:solidFill>
              <a:srgbClr val="3A3A3A"/>
            </a:solidFill>
            <a:prstDash val="solid"/>
            <a:tailEnd type="triangle"/>
          </a:ln>
        </p:spPr>
      </p:sp>
      <p:sp>
        <p:nvSpPr>
          <p:cNvPr id="79" name="Shape 77"/>
          <p:cNvSpPr/>
          <p:nvPr/>
        </p:nvSpPr>
        <p:spPr>
          <a:xfrm flipV="1">
            <a:off x="1143000" y="475488"/>
            <a:ext cx="3658" cy="133731"/>
          </a:xfrm>
          <a:prstGeom prst="line">
            <a:avLst/>
          </a:prstGeom>
          <a:noFill/>
          <a:ln w="13970">
            <a:solidFill>
              <a:srgbClr val="3A3A3A"/>
            </a:solidFill>
            <a:prstDash val="solid"/>
            <a:tailEnd type="triangle"/>
          </a:ln>
        </p:spPr>
      </p:sp>
      <p:sp>
        <p:nvSpPr>
          <p:cNvPr id="80" name="Shape 78"/>
          <p:cNvSpPr/>
          <p:nvPr/>
        </p:nvSpPr>
        <p:spPr>
          <a:xfrm flipH="1">
            <a:off x="91440" y="4447413"/>
            <a:ext cx="329184" cy="3658"/>
          </a:xfrm>
          <a:prstGeom prst="line">
            <a:avLst/>
          </a:prstGeom>
          <a:noFill/>
          <a:ln w="13970">
            <a:solidFill>
              <a:srgbClr val="3A3A3A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 flipV="1">
            <a:off x="91440" y="810387"/>
            <a:ext cx="3658" cy="3637026"/>
          </a:xfrm>
          <a:prstGeom prst="line">
            <a:avLst/>
          </a:prstGeom>
          <a:noFill/>
          <a:ln w="13970">
            <a:solidFill>
              <a:srgbClr val="3A3A3A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91440" y="810387"/>
            <a:ext cx="310896" cy="3658"/>
          </a:xfrm>
          <a:prstGeom prst="line">
            <a:avLst/>
          </a:prstGeom>
          <a:noFill/>
          <a:ln w="13970">
            <a:solidFill>
              <a:srgbClr val="3A3A3A"/>
            </a:solidFill>
            <a:prstDash val="solid"/>
            <a:tailEnd type="triangle"/>
          </a:ln>
        </p:spPr>
      </p:sp>
      <p:sp>
        <p:nvSpPr>
          <p:cNvPr id="83" name="Shape 81"/>
          <p:cNvSpPr/>
          <p:nvPr/>
        </p:nvSpPr>
        <p:spPr>
          <a:xfrm flipV="1">
            <a:off x="2843784" y="4057650"/>
            <a:ext cx="3658" cy="188595"/>
          </a:xfrm>
          <a:prstGeom prst="line">
            <a:avLst/>
          </a:prstGeom>
          <a:noFill/>
          <a:ln w="13970">
            <a:solidFill>
              <a:srgbClr val="3A3A3A"/>
            </a:solidFill>
            <a:prstDash val="solid"/>
            <a:tailEnd type="triangle"/>
          </a:ln>
        </p:spPr>
      </p:sp>
      <p:sp>
        <p:nvSpPr>
          <p:cNvPr id="84" name="Shape 82"/>
          <p:cNvSpPr/>
          <p:nvPr/>
        </p:nvSpPr>
        <p:spPr>
          <a:xfrm flipV="1">
            <a:off x="3392424" y="3430143"/>
            <a:ext cx="3658" cy="225171"/>
          </a:xfrm>
          <a:prstGeom prst="line">
            <a:avLst/>
          </a:prstGeom>
          <a:noFill/>
          <a:ln w="13970">
            <a:solidFill>
              <a:srgbClr val="3A3A3A"/>
            </a:solidFill>
            <a:prstDash val="solid"/>
            <a:tailEnd type="triangle"/>
          </a:ln>
        </p:spPr>
      </p:sp>
      <p:sp>
        <p:nvSpPr>
          <p:cNvPr id="85" name="Shape 83"/>
          <p:cNvSpPr/>
          <p:nvPr/>
        </p:nvSpPr>
        <p:spPr>
          <a:xfrm flipV="1">
            <a:off x="2534717" y="3430143"/>
            <a:ext cx="3658" cy="225171"/>
          </a:xfrm>
          <a:prstGeom prst="line">
            <a:avLst/>
          </a:prstGeom>
          <a:noFill/>
          <a:ln w="13970">
            <a:solidFill>
              <a:srgbClr val="3A3A3A"/>
            </a:solidFill>
            <a:prstDash val="solid"/>
            <a:tailEnd type="triangle"/>
          </a:ln>
        </p:spPr>
      </p:sp>
      <p:sp>
        <p:nvSpPr>
          <p:cNvPr id="86" name="Shape 84"/>
          <p:cNvSpPr/>
          <p:nvPr/>
        </p:nvSpPr>
        <p:spPr>
          <a:xfrm flipV="1">
            <a:off x="2841955" y="3430143"/>
            <a:ext cx="3658" cy="225171"/>
          </a:xfrm>
          <a:prstGeom prst="line">
            <a:avLst/>
          </a:prstGeom>
          <a:noFill/>
          <a:ln w="13970">
            <a:solidFill>
              <a:srgbClr val="3A3A3A"/>
            </a:solidFill>
            <a:prstDash val="solid"/>
            <a:tailEnd type="triangle"/>
          </a:ln>
        </p:spPr>
      </p:sp>
      <p:sp>
        <p:nvSpPr>
          <p:cNvPr id="87" name="Shape 85"/>
          <p:cNvSpPr/>
          <p:nvPr/>
        </p:nvSpPr>
        <p:spPr>
          <a:xfrm flipV="1">
            <a:off x="2404872" y="2120265"/>
            <a:ext cx="3658" cy="97155"/>
          </a:xfrm>
          <a:prstGeom prst="line">
            <a:avLst/>
          </a:prstGeom>
          <a:noFill/>
          <a:ln w="13970">
            <a:solidFill>
              <a:srgbClr val="3A3A3A"/>
            </a:solidFill>
            <a:prstDash val="solid"/>
            <a:tailEnd type="triangle"/>
          </a:ln>
        </p:spPr>
      </p:sp>
      <p:sp>
        <p:nvSpPr>
          <p:cNvPr id="88" name="Shape 86"/>
          <p:cNvSpPr/>
          <p:nvPr/>
        </p:nvSpPr>
        <p:spPr>
          <a:xfrm>
            <a:off x="2679192" y="1928241"/>
            <a:ext cx="54864" cy="3658"/>
          </a:xfrm>
          <a:prstGeom prst="line">
            <a:avLst/>
          </a:prstGeom>
          <a:noFill/>
          <a:ln w="13970">
            <a:solidFill>
              <a:srgbClr val="3A3A3A"/>
            </a:solidFill>
            <a:prstDash val="solid"/>
            <a:tailEnd type="triangle"/>
          </a:ln>
        </p:spPr>
      </p:sp>
      <p:sp>
        <p:nvSpPr>
          <p:cNvPr id="89" name="Shape 87"/>
          <p:cNvSpPr/>
          <p:nvPr/>
        </p:nvSpPr>
        <p:spPr>
          <a:xfrm flipV="1">
            <a:off x="3337560" y="1928241"/>
            <a:ext cx="3658" cy="289179"/>
          </a:xfrm>
          <a:prstGeom prst="line">
            <a:avLst/>
          </a:prstGeom>
          <a:noFill/>
          <a:ln w="13970">
            <a:solidFill>
              <a:srgbClr val="3A3A3A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 flipH="1">
            <a:off x="2953512" y="1928241"/>
            <a:ext cx="384048" cy="3658"/>
          </a:xfrm>
          <a:prstGeom prst="line">
            <a:avLst/>
          </a:prstGeom>
          <a:noFill/>
          <a:ln w="13970">
            <a:solidFill>
              <a:srgbClr val="3A3A3A"/>
            </a:solidFill>
            <a:prstDash val="solid"/>
            <a:tailEnd type="triangle"/>
          </a:ln>
        </p:spPr>
      </p:sp>
      <p:sp>
        <p:nvSpPr>
          <p:cNvPr id="91" name="Shape 89"/>
          <p:cNvSpPr/>
          <p:nvPr/>
        </p:nvSpPr>
        <p:spPr>
          <a:xfrm flipV="1">
            <a:off x="2843784" y="1565910"/>
            <a:ext cx="3658" cy="252603"/>
          </a:xfrm>
          <a:prstGeom prst="line">
            <a:avLst/>
          </a:prstGeom>
          <a:noFill/>
          <a:ln w="13970">
            <a:solidFill>
              <a:srgbClr val="3A3A3A"/>
            </a:solidFill>
            <a:prstDash val="solid"/>
            <a:tailEnd type="triangle"/>
          </a:ln>
        </p:spPr>
      </p:sp>
      <p:sp>
        <p:nvSpPr>
          <p:cNvPr id="92" name="Shape 90"/>
          <p:cNvSpPr/>
          <p:nvPr/>
        </p:nvSpPr>
        <p:spPr>
          <a:xfrm flipV="1">
            <a:off x="2843784" y="1011555"/>
            <a:ext cx="3658" cy="152019"/>
          </a:xfrm>
          <a:prstGeom prst="line">
            <a:avLst/>
          </a:prstGeom>
          <a:noFill/>
          <a:ln w="13970">
            <a:solidFill>
              <a:srgbClr val="3A3A3A"/>
            </a:solidFill>
            <a:prstDash val="solid"/>
            <a:tailEnd type="triangle"/>
          </a:ln>
        </p:spPr>
      </p:sp>
      <p:sp>
        <p:nvSpPr>
          <p:cNvPr id="93" name="Shape 91"/>
          <p:cNvSpPr/>
          <p:nvPr/>
        </p:nvSpPr>
        <p:spPr>
          <a:xfrm flipV="1">
            <a:off x="2843784" y="475488"/>
            <a:ext cx="3658" cy="133731"/>
          </a:xfrm>
          <a:prstGeom prst="line">
            <a:avLst/>
          </a:prstGeom>
          <a:noFill/>
          <a:ln w="13970">
            <a:solidFill>
              <a:srgbClr val="3A3A3A"/>
            </a:solidFill>
            <a:prstDash val="solid"/>
            <a:tailEnd type="triangle"/>
          </a:ln>
        </p:spPr>
      </p:sp>
      <p:sp>
        <p:nvSpPr>
          <p:cNvPr id="94" name="Shape 92"/>
          <p:cNvSpPr/>
          <p:nvPr/>
        </p:nvSpPr>
        <p:spPr>
          <a:xfrm>
            <a:off x="3566160" y="4447413"/>
            <a:ext cx="329184" cy="3658"/>
          </a:xfrm>
          <a:prstGeom prst="line">
            <a:avLst/>
          </a:prstGeom>
          <a:noFill/>
          <a:ln w="13970">
            <a:solidFill>
              <a:srgbClr val="3A3A3A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 flipV="1">
            <a:off x="3895344" y="810387"/>
            <a:ext cx="3658" cy="3637026"/>
          </a:xfrm>
          <a:prstGeom prst="line">
            <a:avLst/>
          </a:prstGeom>
          <a:noFill/>
          <a:ln w="13970">
            <a:solidFill>
              <a:srgbClr val="3A3A3A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 flipH="1">
            <a:off x="3584448" y="810387"/>
            <a:ext cx="310896" cy="3658"/>
          </a:xfrm>
          <a:prstGeom prst="line">
            <a:avLst/>
          </a:prstGeom>
          <a:noFill/>
          <a:ln w="13970">
            <a:solidFill>
              <a:srgbClr val="3A3A3A"/>
            </a:solidFill>
            <a:prstDash val="solid"/>
            <a:tailEnd type="triangle"/>
          </a:ln>
        </p:spPr>
      </p:sp>
      <p:sp>
        <p:nvSpPr>
          <p:cNvPr id="97" name="Shape 95"/>
          <p:cNvSpPr/>
          <p:nvPr/>
        </p:nvSpPr>
        <p:spPr>
          <a:xfrm flipH="1" flipV="1">
            <a:off x="466344" y="2619756"/>
            <a:ext cx="18288" cy="408051"/>
          </a:xfrm>
          <a:prstGeom prst="line">
            <a:avLst/>
          </a:prstGeom>
          <a:noFill/>
          <a:ln w="13970">
            <a:solidFill>
              <a:srgbClr val="8C8C8C"/>
            </a:solidFill>
            <a:prstDash val="solid"/>
            <a:tailEnd type="triangle"/>
          </a:ln>
        </p:spPr>
      </p:sp>
      <p:sp>
        <p:nvSpPr>
          <p:cNvPr id="98" name="Shape 96"/>
          <p:cNvSpPr/>
          <p:nvPr/>
        </p:nvSpPr>
        <p:spPr>
          <a:xfrm flipH="1" flipV="1">
            <a:off x="832104" y="2619756"/>
            <a:ext cx="356616" cy="408051"/>
          </a:xfrm>
          <a:prstGeom prst="line">
            <a:avLst/>
          </a:prstGeom>
          <a:noFill/>
          <a:ln w="13970">
            <a:solidFill>
              <a:srgbClr val="8C8C8C"/>
            </a:solidFill>
            <a:prstDash val="solid"/>
            <a:tailEnd type="triangle"/>
          </a:ln>
        </p:spPr>
      </p:sp>
      <p:sp>
        <p:nvSpPr>
          <p:cNvPr id="99" name="Shape 97"/>
          <p:cNvSpPr/>
          <p:nvPr/>
        </p:nvSpPr>
        <p:spPr>
          <a:xfrm flipV="1">
            <a:off x="3502152" y="2619756"/>
            <a:ext cx="18288" cy="408051"/>
          </a:xfrm>
          <a:prstGeom prst="line">
            <a:avLst/>
          </a:prstGeom>
          <a:noFill/>
          <a:ln w="13970">
            <a:solidFill>
              <a:srgbClr val="8C8C8C"/>
            </a:solidFill>
            <a:prstDash val="solid"/>
            <a:tailEnd type="triangle"/>
          </a:ln>
        </p:spPr>
      </p:sp>
      <p:sp>
        <p:nvSpPr>
          <p:cNvPr id="100" name="Shape 98"/>
          <p:cNvSpPr/>
          <p:nvPr/>
        </p:nvSpPr>
        <p:spPr>
          <a:xfrm flipV="1">
            <a:off x="2798064" y="2619756"/>
            <a:ext cx="356616" cy="408051"/>
          </a:xfrm>
          <a:prstGeom prst="line">
            <a:avLst/>
          </a:prstGeom>
          <a:noFill/>
          <a:ln w="13970">
            <a:solidFill>
              <a:srgbClr val="8C8C8C"/>
            </a:solidFill>
            <a:prstDash val="solid"/>
            <a:tailEnd type="triangle"/>
          </a:ln>
        </p:spPr>
      </p:sp>
      <p:sp>
        <p:nvSpPr>
          <p:cNvPr id="101" name="Text 99"/>
          <p:cNvSpPr/>
          <p:nvPr/>
        </p:nvSpPr>
        <p:spPr>
          <a:xfrm>
            <a:off x="4736592" y="5065776"/>
            <a:ext cx="1444752" cy="365760"/>
          </a:xfrm>
          <a:prstGeom prst="rect">
            <a:avLst/>
          </a:prstGeom>
          <a:solidFill>
            <a:srgbClr val="DCE6F2"/>
          </a:solidFill>
          <a:ln w="19050">
            <a:solidFill>
              <a:srgbClr val="3A3A3A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b="1" i="1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h̃</a:t>
            </a:r>
            <a:pPr algn="ctr" indent="0" marL="0">
              <a:buNone/>
            </a:pPr>
            <a:r>
              <a:rPr lang="en-US" sz="1050" i="1" baseline="3000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(l)</a:t>
            </a:r>
            <a:pPr algn="ctr" indent="0" marL="0">
              <a:buNone/>
            </a:pPr>
            <a:r>
              <a:rPr lang="en-US" sz="1050" i="1" baseline="-4000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x,1:T−1</a:t>
            </a:r>
            <a:endParaRPr lang="en-US" sz="1050" dirty="0"/>
          </a:p>
        </p:txBody>
      </p:sp>
      <p:sp>
        <p:nvSpPr>
          <p:cNvPr id="102" name="Shape 100"/>
          <p:cNvSpPr/>
          <p:nvPr/>
        </p:nvSpPr>
        <p:spPr>
          <a:xfrm flipV="1">
            <a:off x="5458968" y="4677156"/>
            <a:ext cx="3658" cy="370332"/>
          </a:xfrm>
          <a:prstGeom prst="line">
            <a:avLst/>
          </a:prstGeom>
          <a:noFill/>
          <a:ln w="13970">
            <a:solidFill>
              <a:srgbClr val="3A3A3A"/>
            </a:solidFill>
            <a:prstDash val="solid"/>
            <a:tailEnd type="triangle"/>
          </a:ln>
        </p:spPr>
      </p:sp>
      <p:sp>
        <p:nvSpPr>
          <p:cNvPr id="103" name="Shape 101"/>
          <p:cNvSpPr/>
          <p:nvPr/>
        </p:nvSpPr>
        <p:spPr>
          <a:xfrm flipH="1" flipV="1">
            <a:off x="4892040" y="3867912"/>
            <a:ext cx="566928" cy="406908"/>
          </a:xfrm>
          <a:prstGeom prst="line">
            <a:avLst/>
          </a:prstGeom>
          <a:noFill/>
          <a:ln w="13970">
            <a:solidFill>
              <a:srgbClr val="3A3A3A"/>
            </a:solidFill>
            <a:prstDash val="solid"/>
            <a:tailEnd type="triangle"/>
          </a:ln>
        </p:spPr>
      </p:sp>
      <p:sp>
        <p:nvSpPr>
          <p:cNvPr id="104" name="Shape 102"/>
          <p:cNvSpPr/>
          <p:nvPr/>
        </p:nvSpPr>
        <p:spPr>
          <a:xfrm flipV="1">
            <a:off x="5458968" y="3867912"/>
            <a:ext cx="347472" cy="406908"/>
          </a:xfrm>
          <a:prstGeom prst="line">
            <a:avLst/>
          </a:prstGeom>
          <a:noFill/>
          <a:ln w="13970">
            <a:solidFill>
              <a:srgbClr val="3A3A3A"/>
            </a:solidFill>
            <a:prstDash val="solid"/>
            <a:tailEnd type="triangle"/>
          </a:ln>
        </p:spPr>
      </p:sp>
      <p:sp>
        <p:nvSpPr>
          <p:cNvPr id="105" name="Shape 103"/>
          <p:cNvSpPr/>
          <p:nvPr/>
        </p:nvSpPr>
        <p:spPr>
          <a:xfrm flipV="1">
            <a:off x="4892040" y="2948940"/>
            <a:ext cx="502920" cy="516636"/>
          </a:xfrm>
          <a:prstGeom prst="line">
            <a:avLst/>
          </a:prstGeom>
          <a:noFill/>
          <a:ln w="13970">
            <a:solidFill>
              <a:srgbClr val="3A3A3A"/>
            </a:solidFill>
            <a:prstDash val="solid"/>
            <a:tailEnd type="triangle"/>
          </a:ln>
        </p:spPr>
      </p:sp>
      <p:sp>
        <p:nvSpPr>
          <p:cNvPr id="106" name="Shape 104"/>
          <p:cNvSpPr/>
          <p:nvPr/>
        </p:nvSpPr>
        <p:spPr>
          <a:xfrm flipH="1" flipV="1">
            <a:off x="5522976" y="2948940"/>
            <a:ext cx="283464" cy="516636"/>
          </a:xfrm>
          <a:prstGeom prst="line">
            <a:avLst/>
          </a:prstGeom>
          <a:noFill/>
          <a:ln w="13970">
            <a:solidFill>
              <a:srgbClr val="3A3A3A"/>
            </a:solidFill>
            <a:prstDash val="solid"/>
            <a:tailEnd type="triangle"/>
          </a:ln>
        </p:spPr>
      </p:sp>
      <p:sp>
        <p:nvSpPr>
          <p:cNvPr id="107" name="Shape 105"/>
          <p:cNvSpPr/>
          <p:nvPr/>
        </p:nvSpPr>
        <p:spPr>
          <a:xfrm flipV="1">
            <a:off x="5458968" y="2523744"/>
            <a:ext cx="3658" cy="205740"/>
          </a:xfrm>
          <a:prstGeom prst="line">
            <a:avLst/>
          </a:prstGeom>
          <a:noFill/>
          <a:ln w="13970">
            <a:solidFill>
              <a:srgbClr val="3A3A3A"/>
            </a:solidFill>
            <a:prstDash val="solid"/>
            <a:tailEnd type="triangle"/>
          </a:ln>
        </p:spPr>
      </p:sp>
      <p:sp>
        <p:nvSpPr>
          <p:cNvPr id="108" name="Shape 106"/>
          <p:cNvSpPr/>
          <p:nvPr/>
        </p:nvSpPr>
        <p:spPr>
          <a:xfrm flipH="1">
            <a:off x="4279392" y="5248656"/>
            <a:ext cx="457200" cy="3658"/>
          </a:xfrm>
          <a:prstGeom prst="line">
            <a:avLst/>
          </a:prstGeom>
          <a:noFill/>
          <a:ln w="13970">
            <a:solidFill>
              <a:srgbClr val="3A3A3A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 flipV="1">
            <a:off x="4279392" y="2322576"/>
            <a:ext cx="3658" cy="2926080"/>
          </a:xfrm>
          <a:prstGeom prst="line">
            <a:avLst/>
          </a:prstGeom>
          <a:noFill/>
          <a:ln w="13970">
            <a:solidFill>
              <a:srgbClr val="3A3A3A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4279392" y="2322576"/>
            <a:ext cx="438912" cy="3658"/>
          </a:xfrm>
          <a:prstGeom prst="line">
            <a:avLst/>
          </a:prstGeom>
          <a:noFill/>
          <a:ln w="13970">
            <a:solidFill>
              <a:srgbClr val="3A3A3A"/>
            </a:solidFill>
            <a:prstDash val="solid"/>
            <a:tailEnd type="triangle"/>
          </a:ln>
        </p:spPr>
      </p:sp>
      <p:sp>
        <p:nvSpPr>
          <p:cNvPr id="111" name="Text 109"/>
          <p:cNvSpPr/>
          <p:nvPr/>
        </p:nvSpPr>
        <p:spPr>
          <a:xfrm>
            <a:off x="4736592" y="1476756"/>
            <a:ext cx="1444752" cy="365760"/>
          </a:xfrm>
          <a:prstGeom prst="rect">
            <a:avLst/>
          </a:prstGeom>
          <a:solidFill>
            <a:srgbClr val="DCE6F2"/>
          </a:solidFill>
          <a:ln w="19050">
            <a:solidFill>
              <a:srgbClr val="3A3A3A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b="1" i="1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</a:t>
            </a:r>
            <a:pPr algn="ctr" indent="0" marL="0">
              <a:buNone/>
            </a:pPr>
            <a:r>
              <a:rPr lang="en-US" sz="1050" i="1" baseline="3000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(l+1)</a:t>
            </a:r>
            <a:pPr algn="ctr" indent="0" marL="0">
              <a:buNone/>
            </a:pPr>
            <a:r>
              <a:rPr lang="en-US" sz="1050" i="1" baseline="-4000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x,1:T−1</a:t>
            </a:r>
            <a:endParaRPr lang="en-US" sz="1050" dirty="0"/>
          </a:p>
        </p:txBody>
      </p:sp>
      <p:sp>
        <p:nvSpPr>
          <p:cNvPr id="112" name="Shape 110"/>
          <p:cNvSpPr/>
          <p:nvPr/>
        </p:nvSpPr>
        <p:spPr>
          <a:xfrm flipV="1">
            <a:off x="5458968" y="1860804"/>
            <a:ext cx="3658" cy="260604"/>
          </a:xfrm>
          <a:prstGeom prst="line">
            <a:avLst/>
          </a:prstGeom>
          <a:noFill/>
          <a:ln w="13970">
            <a:solidFill>
              <a:srgbClr val="3A3A3A"/>
            </a:solidFill>
            <a:prstDash val="solid"/>
            <a:tailEnd type="triangle"/>
          </a:ln>
        </p:spPr>
      </p:sp>
      <p:sp>
        <p:nvSpPr>
          <p:cNvPr id="113" name="Text 111"/>
          <p:cNvSpPr/>
          <p:nvPr/>
        </p:nvSpPr>
        <p:spPr>
          <a:xfrm>
            <a:off x="6437376" y="5065776"/>
            <a:ext cx="1444752" cy="365760"/>
          </a:xfrm>
          <a:prstGeom prst="rect">
            <a:avLst/>
          </a:prstGeom>
          <a:solidFill>
            <a:srgbClr val="F4A79A"/>
          </a:solidFill>
          <a:ln w="19050">
            <a:solidFill>
              <a:srgbClr val="3A3A3A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b="1" i="1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h̃</a:t>
            </a:r>
            <a:pPr algn="ctr" indent="0" marL="0">
              <a:buNone/>
            </a:pPr>
            <a:r>
              <a:rPr lang="en-US" sz="1050" i="1" baseline="3000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(l)</a:t>
            </a:r>
            <a:pPr algn="ctr" indent="0" marL="0">
              <a:buNone/>
            </a:pPr>
            <a:r>
              <a:rPr lang="en-US" sz="1050" i="1" baseline="-4000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y,1:T−1</a:t>
            </a:r>
            <a:endParaRPr lang="en-US" sz="1050" dirty="0"/>
          </a:p>
        </p:txBody>
      </p:sp>
      <p:sp>
        <p:nvSpPr>
          <p:cNvPr id="114" name="Shape 112"/>
          <p:cNvSpPr/>
          <p:nvPr/>
        </p:nvSpPr>
        <p:spPr>
          <a:xfrm flipV="1">
            <a:off x="7159752" y="4677156"/>
            <a:ext cx="3658" cy="370332"/>
          </a:xfrm>
          <a:prstGeom prst="line">
            <a:avLst/>
          </a:prstGeom>
          <a:noFill/>
          <a:ln w="13970">
            <a:solidFill>
              <a:srgbClr val="3A3A3A"/>
            </a:solidFill>
            <a:prstDash val="solid"/>
            <a:tailEnd type="triangle"/>
          </a:ln>
        </p:spPr>
      </p:sp>
      <p:sp>
        <p:nvSpPr>
          <p:cNvPr id="115" name="Shape 113"/>
          <p:cNvSpPr/>
          <p:nvPr/>
        </p:nvSpPr>
        <p:spPr>
          <a:xfrm flipH="1" flipV="1">
            <a:off x="5806440" y="3867912"/>
            <a:ext cx="1353312" cy="406908"/>
          </a:xfrm>
          <a:prstGeom prst="line">
            <a:avLst/>
          </a:prstGeom>
          <a:noFill/>
          <a:ln w="13970">
            <a:solidFill>
              <a:srgbClr val="3A3A3A"/>
            </a:solidFill>
            <a:prstDash val="solid"/>
            <a:tailEnd type="triangle"/>
          </a:ln>
        </p:spPr>
      </p:sp>
      <p:sp>
        <p:nvSpPr>
          <p:cNvPr id="116" name="Shape 114"/>
          <p:cNvSpPr/>
          <p:nvPr/>
        </p:nvSpPr>
        <p:spPr>
          <a:xfrm flipV="1">
            <a:off x="7159752" y="3867912"/>
            <a:ext cx="566928" cy="406908"/>
          </a:xfrm>
          <a:prstGeom prst="line">
            <a:avLst/>
          </a:prstGeom>
          <a:noFill/>
          <a:ln w="13970">
            <a:solidFill>
              <a:srgbClr val="3A3A3A"/>
            </a:solidFill>
            <a:prstDash val="solid"/>
            <a:tailEnd type="triangle"/>
          </a:ln>
        </p:spPr>
      </p:sp>
      <p:sp>
        <p:nvSpPr>
          <p:cNvPr id="117" name="Shape 115"/>
          <p:cNvSpPr/>
          <p:nvPr/>
        </p:nvSpPr>
        <p:spPr>
          <a:xfrm flipV="1">
            <a:off x="5806440" y="2948940"/>
            <a:ext cx="1289304" cy="516636"/>
          </a:xfrm>
          <a:prstGeom prst="line">
            <a:avLst/>
          </a:prstGeom>
          <a:noFill/>
          <a:ln w="13970">
            <a:solidFill>
              <a:srgbClr val="3A3A3A"/>
            </a:solidFill>
            <a:prstDash val="solid"/>
            <a:tailEnd type="triangle"/>
          </a:ln>
        </p:spPr>
      </p:sp>
      <p:sp>
        <p:nvSpPr>
          <p:cNvPr id="118" name="Shape 116"/>
          <p:cNvSpPr/>
          <p:nvPr/>
        </p:nvSpPr>
        <p:spPr>
          <a:xfrm flipH="1" flipV="1">
            <a:off x="7223760" y="2948940"/>
            <a:ext cx="502920" cy="516636"/>
          </a:xfrm>
          <a:prstGeom prst="line">
            <a:avLst/>
          </a:prstGeom>
          <a:noFill/>
          <a:ln w="13970">
            <a:solidFill>
              <a:srgbClr val="3A3A3A"/>
            </a:solidFill>
            <a:prstDash val="solid"/>
            <a:tailEnd type="triangle"/>
          </a:ln>
        </p:spPr>
      </p:sp>
      <p:sp>
        <p:nvSpPr>
          <p:cNvPr id="119" name="Shape 117"/>
          <p:cNvSpPr/>
          <p:nvPr/>
        </p:nvSpPr>
        <p:spPr>
          <a:xfrm flipV="1">
            <a:off x="7159752" y="2523744"/>
            <a:ext cx="3658" cy="205740"/>
          </a:xfrm>
          <a:prstGeom prst="line">
            <a:avLst/>
          </a:prstGeom>
          <a:noFill/>
          <a:ln w="13970">
            <a:solidFill>
              <a:srgbClr val="3A3A3A"/>
            </a:solidFill>
            <a:prstDash val="solid"/>
            <a:tailEnd type="triangle"/>
          </a:ln>
        </p:spPr>
      </p:sp>
      <p:sp>
        <p:nvSpPr>
          <p:cNvPr id="120" name="Shape 118"/>
          <p:cNvSpPr/>
          <p:nvPr/>
        </p:nvSpPr>
        <p:spPr>
          <a:xfrm>
            <a:off x="7882128" y="5248656"/>
            <a:ext cx="457200" cy="3658"/>
          </a:xfrm>
          <a:prstGeom prst="line">
            <a:avLst/>
          </a:prstGeom>
          <a:noFill/>
          <a:ln w="13970">
            <a:solidFill>
              <a:srgbClr val="3A3A3A"/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 flipV="1">
            <a:off x="8339328" y="2322576"/>
            <a:ext cx="3658" cy="2926080"/>
          </a:xfrm>
          <a:prstGeom prst="line">
            <a:avLst/>
          </a:prstGeom>
          <a:noFill/>
          <a:ln w="13970">
            <a:solidFill>
              <a:srgbClr val="3A3A3A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 flipH="1">
            <a:off x="7900416" y="2322576"/>
            <a:ext cx="438912" cy="3658"/>
          </a:xfrm>
          <a:prstGeom prst="line">
            <a:avLst/>
          </a:prstGeom>
          <a:noFill/>
          <a:ln w="13970">
            <a:solidFill>
              <a:srgbClr val="3A3A3A"/>
            </a:solidFill>
            <a:prstDash val="solid"/>
            <a:tailEnd type="triangle"/>
          </a:ln>
        </p:spPr>
      </p:sp>
      <p:sp>
        <p:nvSpPr>
          <p:cNvPr id="123" name="Text 121"/>
          <p:cNvSpPr/>
          <p:nvPr/>
        </p:nvSpPr>
        <p:spPr>
          <a:xfrm>
            <a:off x="6437376" y="1476756"/>
            <a:ext cx="1444752" cy="365760"/>
          </a:xfrm>
          <a:prstGeom prst="rect">
            <a:avLst/>
          </a:prstGeom>
          <a:solidFill>
            <a:srgbClr val="F4A79A"/>
          </a:solidFill>
          <a:ln w="19050">
            <a:solidFill>
              <a:srgbClr val="3A3A3A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b="1" i="1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</a:t>
            </a:r>
            <a:pPr algn="ctr" indent="0" marL="0">
              <a:buNone/>
            </a:pPr>
            <a:r>
              <a:rPr lang="en-US" sz="1050" i="1" baseline="3000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(l+1)</a:t>
            </a:r>
            <a:pPr algn="ctr" indent="0" marL="0">
              <a:buNone/>
            </a:pPr>
            <a:r>
              <a:rPr lang="en-US" sz="1050" i="1" baseline="-4000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y,1:T−1</a:t>
            </a:r>
            <a:endParaRPr lang="en-US" sz="1050" dirty="0"/>
          </a:p>
        </p:txBody>
      </p:sp>
      <p:sp>
        <p:nvSpPr>
          <p:cNvPr id="124" name="Shape 122"/>
          <p:cNvSpPr/>
          <p:nvPr/>
        </p:nvSpPr>
        <p:spPr>
          <a:xfrm flipV="1">
            <a:off x="7159752" y="1860804"/>
            <a:ext cx="3658" cy="260604"/>
          </a:xfrm>
          <a:prstGeom prst="line">
            <a:avLst/>
          </a:prstGeom>
          <a:noFill/>
          <a:ln w="13970">
            <a:solidFill>
              <a:srgbClr val="3A3A3A"/>
            </a:solidFill>
            <a:prstDash val="solid"/>
            <a:tailEnd type="triangle"/>
          </a:ln>
        </p:spPr>
      </p:sp>
      <p:sp>
        <p:nvSpPr>
          <p:cNvPr id="125" name="Shape 123"/>
          <p:cNvSpPr/>
          <p:nvPr/>
        </p:nvSpPr>
        <p:spPr>
          <a:xfrm>
            <a:off x="4814316" y="859536"/>
            <a:ext cx="274320" cy="274320"/>
          </a:xfrm>
          <a:prstGeom prst="rect">
            <a:avLst/>
          </a:prstGeom>
          <a:solidFill>
            <a:srgbClr val="DCE6F2"/>
          </a:solidFill>
          <a:ln w="19050">
            <a:solidFill>
              <a:srgbClr val="3A3A3A"/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5143500" y="859536"/>
            <a:ext cx="274320" cy="274320"/>
          </a:xfrm>
          <a:prstGeom prst="rect">
            <a:avLst/>
          </a:prstGeom>
          <a:solidFill>
            <a:srgbClr val="F4A79A"/>
          </a:solidFill>
          <a:ln w="19050">
            <a:solidFill>
              <a:srgbClr val="3A3A3A"/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5472684" y="859536"/>
            <a:ext cx="274320" cy="274320"/>
          </a:xfrm>
          <a:prstGeom prst="rect">
            <a:avLst/>
          </a:prstGeom>
          <a:solidFill>
            <a:srgbClr val="DCE6F2"/>
          </a:solidFill>
          <a:ln w="19050">
            <a:solidFill>
              <a:srgbClr val="3A3A3A"/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5801868" y="859536"/>
            <a:ext cx="274320" cy="274320"/>
          </a:xfrm>
          <a:prstGeom prst="rect">
            <a:avLst/>
          </a:prstGeom>
          <a:solidFill>
            <a:srgbClr val="F4A79A"/>
          </a:solidFill>
          <a:ln w="19050">
            <a:solidFill>
              <a:srgbClr val="3A3A3A"/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6131052" y="859536"/>
            <a:ext cx="274320" cy="274320"/>
          </a:xfrm>
          <a:prstGeom prst="rect">
            <a:avLst/>
          </a:prstGeom>
          <a:solidFill>
            <a:srgbClr val="DCE6F2"/>
          </a:solidFill>
          <a:ln w="19050">
            <a:solidFill>
              <a:srgbClr val="3A3A3A"/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6460236" y="859536"/>
            <a:ext cx="274320" cy="274320"/>
          </a:xfrm>
          <a:prstGeom prst="rect">
            <a:avLst/>
          </a:prstGeom>
          <a:solidFill>
            <a:srgbClr val="F4A79A"/>
          </a:solidFill>
          <a:ln w="19050">
            <a:solidFill>
              <a:srgbClr val="3A3A3A"/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7200900" y="859536"/>
            <a:ext cx="274320" cy="274320"/>
          </a:xfrm>
          <a:prstGeom prst="rect">
            <a:avLst/>
          </a:prstGeom>
          <a:solidFill>
            <a:srgbClr val="DCE6F2"/>
          </a:solidFill>
          <a:ln w="19050">
            <a:solidFill>
              <a:srgbClr val="3A3A3A"/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7530084" y="859536"/>
            <a:ext cx="274320" cy="274320"/>
          </a:xfrm>
          <a:prstGeom prst="rect">
            <a:avLst/>
          </a:prstGeom>
          <a:solidFill>
            <a:srgbClr val="F4A79A"/>
          </a:solidFill>
          <a:ln w="19050">
            <a:solidFill>
              <a:srgbClr val="3A3A3A"/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 flipV="1">
            <a:off x="10232517" y="1078992"/>
            <a:ext cx="3658" cy="201168"/>
          </a:xfrm>
          <a:prstGeom prst="line">
            <a:avLst/>
          </a:prstGeom>
          <a:noFill/>
          <a:ln w="13970">
            <a:solidFill>
              <a:srgbClr val="3A3A3A"/>
            </a:solidFill>
            <a:prstDash val="solid"/>
            <a:tailEnd type="triangle"/>
          </a:ln>
        </p:spPr>
      </p:sp>
      <p:sp>
        <p:nvSpPr>
          <p:cNvPr id="134" name="Shape 132"/>
          <p:cNvSpPr/>
          <p:nvPr/>
        </p:nvSpPr>
        <p:spPr>
          <a:xfrm flipV="1">
            <a:off x="10461117" y="493776"/>
            <a:ext cx="3658" cy="182880"/>
          </a:xfrm>
          <a:prstGeom prst="line">
            <a:avLst/>
          </a:prstGeom>
          <a:noFill/>
          <a:ln w="13970">
            <a:solidFill>
              <a:srgbClr val="3A3A3A"/>
            </a:solidFill>
            <a:prstDash val="solid"/>
            <a:tailEnd type="triangle"/>
          </a:ln>
        </p:spPr>
      </p:sp>
      <p:sp>
        <p:nvSpPr>
          <p:cNvPr id="135" name="Shape 133"/>
          <p:cNvSpPr/>
          <p:nvPr/>
        </p:nvSpPr>
        <p:spPr>
          <a:xfrm flipV="1">
            <a:off x="10689717" y="2953512"/>
            <a:ext cx="3658" cy="201168"/>
          </a:xfrm>
          <a:prstGeom prst="line">
            <a:avLst/>
          </a:prstGeom>
          <a:noFill/>
          <a:ln w="13970">
            <a:solidFill>
              <a:srgbClr val="3A3A3A"/>
            </a:solidFill>
            <a:prstDash val="solid"/>
            <a:tailEnd type="triangle"/>
          </a:ln>
        </p:spPr>
      </p:sp>
      <p:sp>
        <p:nvSpPr>
          <p:cNvPr id="136" name="Shape 134"/>
          <p:cNvSpPr/>
          <p:nvPr/>
        </p:nvSpPr>
        <p:spPr>
          <a:xfrm flipV="1">
            <a:off x="11375517" y="2368296"/>
            <a:ext cx="3658" cy="182880"/>
          </a:xfrm>
          <a:prstGeom prst="line">
            <a:avLst/>
          </a:prstGeom>
          <a:noFill/>
          <a:ln w="13970">
            <a:solidFill>
              <a:srgbClr val="3A3A3A"/>
            </a:solidFill>
            <a:prstDash val="solid"/>
            <a:tailEnd type="triangle"/>
          </a:ln>
        </p:spPr>
      </p:sp>
      <p:sp>
        <p:nvSpPr>
          <p:cNvPr id="137" name="Shape 135"/>
          <p:cNvSpPr/>
          <p:nvPr/>
        </p:nvSpPr>
        <p:spPr>
          <a:xfrm flipV="1">
            <a:off x="11832717" y="2368296"/>
            <a:ext cx="3658" cy="182880"/>
          </a:xfrm>
          <a:prstGeom prst="line">
            <a:avLst/>
          </a:prstGeom>
          <a:noFill/>
          <a:ln w="13970">
            <a:solidFill>
              <a:srgbClr val="3A3A3A"/>
            </a:solidFill>
            <a:prstDash val="solid"/>
            <a:tailEnd type="triangle"/>
          </a:ln>
        </p:spPr>
      </p:sp>
      <p:sp>
        <p:nvSpPr>
          <p:cNvPr id="138" name="Shape 136"/>
          <p:cNvSpPr/>
          <p:nvPr/>
        </p:nvSpPr>
        <p:spPr>
          <a:xfrm flipV="1">
            <a:off x="10689717" y="4828032"/>
            <a:ext cx="3658" cy="201168"/>
          </a:xfrm>
          <a:prstGeom prst="line">
            <a:avLst/>
          </a:prstGeom>
          <a:noFill/>
          <a:ln w="13970">
            <a:solidFill>
              <a:srgbClr val="3A3A3A"/>
            </a:solidFill>
            <a:prstDash val="solid"/>
            <a:tailEnd type="triangle"/>
          </a:ln>
        </p:spPr>
      </p:sp>
      <p:sp>
        <p:nvSpPr>
          <p:cNvPr id="139" name="Shape 137"/>
          <p:cNvSpPr/>
          <p:nvPr/>
        </p:nvSpPr>
        <p:spPr>
          <a:xfrm flipV="1">
            <a:off x="11832717" y="4242816"/>
            <a:ext cx="3658" cy="182880"/>
          </a:xfrm>
          <a:prstGeom prst="line">
            <a:avLst/>
          </a:prstGeom>
          <a:noFill/>
          <a:ln w="13970">
            <a:solidFill>
              <a:srgbClr val="3A3A3A"/>
            </a:solidFill>
            <a:prstDash val="solid"/>
            <a:tailEnd type="triangle"/>
          </a:ln>
        </p:spPr>
      </p:sp>
      <p:sp>
        <p:nvSpPr>
          <p:cNvPr id="140" name="Text 138"/>
          <p:cNvSpPr txBox="1"/>
          <p:nvPr/>
        </p:nvSpPr>
        <p:spPr>
          <a:xfrm>
            <a:off x="2468880" y="5120640"/>
            <a:ext cx="365760" cy="3108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…</a:t>
            </a:r>
            <a:endParaRPr lang="en-US" sz="1050" dirty="0"/>
          </a:p>
        </p:txBody>
      </p:sp>
      <p:sp>
        <p:nvSpPr>
          <p:cNvPr id="141" name="Shape 139"/>
          <p:cNvSpPr/>
          <p:nvPr/>
        </p:nvSpPr>
        <p:spPr>
          <a:xfrm>
            <a:off x="704088" y="2619756"/>
            <a:ext cx="694944" cy="408051"/>
          </a:xfrm>
          <a:custGeom>
            <a:avLst/>
            <a:gdLst/>
            <a:ahLst/>
            <a:cxnLst/>
            <a:rect l="l" t="t" r="r" b="b"/>
            <a:pathLst>
              <a:path w="694944" h="408051">
                <a:moveTo>
                  <a:pt x="0" y="408051"/>
                </a:moveTo>
                <a:cubicBezTo>
                  <a:pt x="0" y="204026"/>
                  <a:pt x="694944" y="204026"/>
                  <a:pt x="694944" y="0"/>
                </a:cubicBezTo>
              </a:path>
            </a:pathLst>
          </a:custGeom>
          <a:solidFill>
            <a:srgbClr val="FFFFFF">
              <a:alpha val="0"/>
            </a:srgbClr>
          </a:solidFill>
          <a:ln w="13970">
            <a:solidFill>
              <a:srgbClr val="6AA84F"/>
            </a:solidFill>
            <a:prstDash val="solid"/>
            <a:tailEnd type="triangle"/>
          </a:ln>
        </p:spPr>
      </p:sp>
      <p:sp>
        <p:nvSpPr>
          <p:cNvPr id="142" name="Shape 140"/>
          <p:cNvSpPr/>
          <p:nvPr/>
        </p:nvSpPr>
        <p:spPr>
          <a:xfrm>
            <a:off x="1764792" y="2619756"/>
            <a:ext cx="813816" cy="408051"/>
          </a:xfrm>
          <a:custGeom>
            <a:avLst/>
            <a:gdLst/>
            <a:ahLst/>
            <a:cxnLst/>
            <a:rect l="l" t="t" r="r" b="b"/>
            <a:pathLst>
              <a:path w="813816" h="408051">
                <a:moveTo>
                  <a:pt x="813816" y="408051"/>
                </a:moveTo>
                <a:cubicBezTo>
                  <a:pt x="813816" y="204026"/>
                  <a:pt x="0" y="204026"/>
                  <a:pt x="0" y="0"/>
                </a:cubicBezTo>
              </a:path>
            </a:pathLst>
          </a:custGeom>
          <a:solidFill>
            <a:srgbClr val="FFFFFF">
              <a:alpha val="0"/>
            </a:srgbClr>
          </a:solidFill>
          <a:ln w="13970">
            <a:solidFill>
              <a:srgbClr val="6AA84F"/>
            </a:solidFill>
            <a:prstDash val="solid"/>
            <a:tailEnd type="triangle"/>
          </a:ln>
        </p:spPr>
      </p:sp>
      <p:sp>
        <p:nvSpPr>
          <p:cNvPr id="143" name="Shape 141"/>
          <p:cNvSpPr/>
          <p:nvPr/>
        </p:nvSpPr>
        <p:spPr>
          <a:xfrm>
            <a:off x="2587752" y="2619756"/>
            <a:ext cx="694944" cy="408051"/>
          </a:xfrm>
          <a:custGeom>
            <a:avLst/>
            <a:gdLst/>
            <a:ahLst/>
            <a:cxnLst/>
            <a:rect l="l" t="t" r="r" b="b"/>
            <a:pathLst>
              <a:path w="694944" h="408051">
                <a:moveTo>
                  <a:pt x="694944" y="408051"/>
                </a:moveTo>
                <a:cubicBezTo>
                  <a:pt x="694944" y="204026"/>
                  <a:pt x="0" y="204026"/>
                  <a:pt x="0" y="0"/>
                </a:cubicBezTo>
              </a:path>
            </a:pathLst>
          </a:custGeom>
          <a:solidFill>
            <a:srgbClr val="FFFFFF">
              <a:alpha val="0"/>
            </a:srgbClr>
          </a:solidFill>
          <a:ln w="13970">
            <a:solidFill>
              <a:srgbClr val="E69138"/>
            </a:solidFill>
            <a:prstDash val="solid"/>
            <a:tailEnd type="triangle"/>
          </a:ln>
        </p:spPr>
      </p:sp>
      <p:sp>
        <p:nvSpPr>
          <p:cNvPr id="144" name="Shape 142"/>
          <p:cNvSpPr/>
          <p:nvPr/>
        </p:nvSpPr>
        <p:spPr>
          <a:xfrm>
            <a:off x="1408176" y="2619756"/>
            <a:ext cx="813816" cy="408051"/>
          </a:xfrm>
          <a:custGeom>
            <a:avLst/>
            <a:gdLst/>
            <a:ahLst/>
            <a:cxnLst/>
            <a:rect l="l" t="t" r="r" b="b"/>
            <a:pathLst>
              <a:path w="813816" h="408051">
                <a:moveTo>
                  <a:pt x="0" y="408051"/>
                </a:moveTo>
                <a:cubicBezTo>
                  <a:pt x="0" y="204026"/>
                  <a:pt x="813816" y="204026"/>
                  <a:pt x="813816" y="0"/>
                </a:cubicBezTo>
              </a:path>
            </a:pathLst>
          </a:custGeom>
          <a:solidFill>
            <a:srgbClr val="FFFFFF">
              <a:alpha val="0"/>
            </a:srgbClr>
          </a:solidFill>
          <a:ln w="13970">
            <a:solidFill>
              <a:srgbClr val="E69138"/>
            </a:solidFill>
            <a:prstDash val="solid"/>
            <a:tailEnd type="triangle"/>
          </a:ln>
        </p:spPr>
      </p:sp>
      <p:sp>
        <p:nvSpPr>
          <p:cNvPr id="145" name="Text 143"/>
          <p:cNvSpPr txBox="1"/>
          <p:nvPr/>
        </p:nvSpPr>
        <p:spPr>
          <a:xfrm>
            <a:off x="91440" y="5522976"/>
            <a:ext cx="3803904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(a) Dual-stream Attention</a:t>
            </a:r>
            <a:endParaRPr lang="en-US" sz="1100" dirty="0"/>
          </a:p>
        </p:txBody>
      </p:sp>
      <p:sp>
        <p:nvSpPr>
          <p:cNvPr id="146" name="Text 144"/>
          <p:cNvSpPr txBox="1"/>
          <p:nvPr/>
        </p:nvSpPr>
        <p:spPr>
          <a:xfrm>
            <a:off x="6784848" y="841248"/>
            <a:ext cx="365760" cy="3108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…</a:t>
            </a:r>
            <a:endParaRPr lang="en-US" sz="1050" dirty="0"/>
          </a:p>
        </p:txBody>
      </p:sp>
      <p:sp>
        <p:nvSpPr>
          <p:cNvPr id="147" name="Text 145"/>
          <p:cNvSpPr txBox="1"/>
          <p:nvPr/>
        </p:nvSpPr>
        <p:spPr>
          <a:xfrm>
            <a:off x="4279392" y="5522976"/>
            <a:ext cx="4059936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(b) Dual-stream MoE</a:t>
            </a:r>
            <a:endParaRPr lang="en-US" sz="1100" dirty="0"/>
          </a:p>
        </p:txBody>
      </p:sp>
      <p:sp>
        <p:nvSpPr>
          <p:cNvPr id="148" name="Text 146"/>
          <p:cNvSpPr txBox="1"/>
          <p:nvPr/>
        </p:nvSpPr>
        <p:spPr>
          <a:xfrm>
            <a:off x="4992624" y="164592"/>
            <a:ext cx="3236976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initialized from pretrained model, finetuned in ours</a:t>
            </a:r>
            <a:endParaRPr lang="en-US" sz="950" dirty="0"/>
          </a:p>
        </p:txBody>
      </p:sp>
      <p:sp>
        <p:nvSpPr>
          <p:cNvPr id="149" name="Text 147"/>
          <p:cNvSpPr txBox="1"/>
          <p:nvPr/>
        </p:nvSpPr>
        <p:spPr>
          <a:xfrm>
            <a:off x="4992624" y="438912"/>
            <a:ext cx="3236976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new parameters, trained from scratch</a:t>
            </a:r>
            <a:endParaRPr lang="en-US" sz="950" dirty="0"/>
          </a:p>
        </p:txBody>
      </p:sp>
      <p:sp>
        <p:nvSpPr>
          <p:cNvPr id="150" name="Text 148"/>
          <p:cNvSpPr txBox="1"/>
          <p:nvPr/>
        </p:nvSpPr>
        <p:spPr>
          <a:xfrm>
            <a:off x="8513445" y="640080"/>
            <a:ext cx="676656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050" i="1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</a:t>
            </a:r>
            <a:pPr algn="r" indent="0" marL="0">
              <a:buNone/>
            </a:pPr>
            <a:r>
              <a:rPr lang="en-US" sz="105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= 3</a:t>
            </a:r>
            <a:endParaRPr lang="en-US" sz="1050" dirty="0"/>
          </a:p>
        </p:txBody>
      </p:sp>
      <p:sp>
        <p:nvSpPr>
          <p:cNvPr id="151" name="Text 149"/>
          <p:cNvSpPr txBox="1"/>
          <p:nvPr/>
        </p:nvSpPr>
        <p:spPr>
          <a:xfrm>
            <a:off x="8513445" y="877824"/>
            <a:ext cx="676656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draft</a:t>
            </a:r>
            <a:endParaRPr lang="en-US" sz="1050" dirty="0"/>
          </a:p>
        </p:txBody>
      </p:sp>
      <p:sp>
        <p:nvSpPr>
          <p:cNvPr id="152" name="Text 150"/>
          <p:cNvSpPr txBox="1"/>
          <p:nvPr/>
        </p:nvSpPr>
        <p:spPr>
          <a:xfrm>
            <a:off x="8513445" y="2514600"/>
            <a:ext cx="676656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050" i="1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</a:t>
            </a:r>
            <a:pPr algn="r" indent="0" marL="0">
              <a:buNone/>
            </a:pPr>
            <a:r>
              <a:rPr lang="en-US" sz="105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= 3</a:t>
            </a:r>
            <a:endParaRPr lang="en-US" sz="1050" dirty="0"/>
          </a:p>
        </p:txBody>
      </p:sp>
      <p:sp>
        <p:nvSpPr>
          <p:cNvPr id="153" name="Text 151"/>
          <p:cNvSpPr txBox="1"/>
          <p:nvPr/>
        </p:nvSpPr>
        <p:spPr>
          <a:xfrm>
            <a:off x="8513445" y="2752344"/>
            <a:ext cx="676656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denoise</a:t>
            </a:r>
            <a:endParaRPr lang="en-US" sz="1050" dirty="0"/>
          </a:p>
        </p:txBody>
      </p:sp>
      <p:sp>
        <p:nvSpPr>
          <p:cNvPr id="154" name="Text 152"/>
          <p:cNvSpPr txBox="1"/>
          <p:nvPr/>
        </p:nvSpPr>
        <p:spPr>
          <a:xfrm>
            <a:off x="8513445" y="4389120"/>
            <a:ext cx="676656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050" i="1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</a:t>
            </a:r>
            <a:pPr algn="r" indent="0" marL="0">
              <a:buNone/>
            </a:pPr>
            <a:r>
              <a:rPr lang="en-US" sz="105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= 4</a:t>
            </a:r>
            <a:endParaRPr lang="en-US" sz="1050" dirty="0"/>
          </a:p>
        </p:txBody>
      </p:sp>
      <p:sp>
        <p:nvSpPr>
          <p:cNvPr id="155" name="Text 153"/>
          <p:cNvSpPr txBox="1"/>
          <p:nvPr/>
        </p:nvSpPr>
        <p:spPr>
          <a:xfrm>
            <a:off x="8513445" y="4626864"/>
            <a:ext cx="676656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draft</a:t>
            </a:r>
            <a:endParaRPr lang="en-US" sz="1050" dirty="0"/>
          </a:p>
        </p:txBody>
      </p:sp>
      <p:sp>
        <p:nvSpPr>
          <p:cNvPr id="156" name="Text 154"/>
          <p:cNvSpPr txBox="1"/>
          <p:nvPr/>
        </p:nvSpPr>
        <p:spPr>
          <a:xfrm>
            <a:off x="8723376" y="5522976"/>
            <a:ext cx="3465957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(c) Dual-stream Decoding Process</a:t>
            </a:r>
            <a:endParaRPr lang="en-US" sz="1100" dirty="0"/>
          </a:p>
        </p:txBody>
      </p:sp>
      <p:sp>
        <p:nvSpPr>
          <p:cNvPr id="157" name="Shape 155"/>
          <p:cNvSpPr/>
          <p:nvPr/>
        </p:nvSpPr>
        <p:spPr>
          <a:xfrm>
            <a:off x="1051560" y="1836801"/>
            <a:ext cx="182880" cy="1828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3A3A3A"/>
            </a:solidFill>
            <a:prstDash val="solid"/>
          </a:ln>
        </p:spPr>
      </p:sp>
      <p:sp>
        <p:nvSpPr>
          <p:cNvPr id="158" name="Shape 156"/>
          <p:cNvSpPr/>
          <p:nvPr/>
        </p:nvSpPr>
        <p:spPr>
          <a:xfrm>
            <a:off x="2752344" y="1836801"/>
            <a:ext cx="182880" cy="1828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3A3A3A"/>
            </a:solidFill>
            <a:prstDash val="solid"/>
          </a:ln>
        </p:spPr>
      </p:sp>
      <p:sp>
        <p:nvSpPr>
          <p:cNvPr id="159" name="Shape 157"/>
          <p:cNvSpPr/>
          <p:nvPr/>
        </p:nvSpPr>
        <p:spPr>
          <a:xfrm>
            <a:off x="5367528" y="2747772"/>
            <a:ext cx="182880" cy="1828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3A3A3A"/>
            </a:solidFill>
            <a:prstDash val="solid"/>
          </a:ln>
        </p:spPr>
      </p:sp>
      <p:sp>
        <p:nvSpPr>
          <p:cNvPr id="160" name="Shape 158"/>
          <p:cNvSpPr/>
          <p:nvPr/>
        </p:nvSpPr>
        <p:spPr>
          <a:xfrm>
            <a:off x="7068312" y="2747772"/>
            <a:ext cx="182880" cy="1828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3A3A3A"/>
            </a:solidFill>
            <a:prstDash val="solid"/>
          </a:ln>
        </p:spPr>
      </p:sp>
      <p:sp>
        <p:nvSpPr>
          <p:cNvPr id="161" name="Shape 159"/>
          <p:cNvSpPr/>
          <p:nvPr/>
        </p:nvSpPr>
        <p:spPr>
          <a:xfrm>
            <a:off x="1097280" y="1928241"/>
            <a:ext cx="91440" cy="3658"/>
          </a:xfrm>
          <a:prstGeom prst="line">
            <a:avLst/>
          </a:prstGeom>
          <a:noFill/>
          <a:ln w="19050">
            <a:solidFill>
              <a:srgbClr val="3A3A3A"/>
            </a:solidFill>
            <a:prstDash val="solid"/>
          </a:ln>
        </p:spPr>
      </p:sp>
      <p:sp>
        <p:nvSpPr>
          <p:cNvPr id="162" name="Shape 160"/>
          <p:cNvSpPr/>
          <p:nvPr/>
        </p:nvSpPr>
        <p:spPr>
          <a:xfrm>
            <a:off x="1143000" y="1882521"/>
            <a:ext cx="3658" cy="91440"/>
          </a:xfrm>
          <a:prstGeom prst="line">
            <a:avLst/>
          </a:prstGeom>
          <a:noFill/>
          <a:ln w="19050">
            <a:solidFill>
              <a:srgbClr val="3A3A3A"/>
            </a:solidFill>
            <a:prstDash val="solid"/>
          </a:ln>
        </p:spPr>
      </p:sp>
      <p:sp>
        <p:nvSpPr>
          <p:cNvPr id="163" name="Shape 161"/>
          <p:cNvSpPr/>
          <p:nvPr/>
        </p:nvSpPr>
        <p:spPr>
          <a:xfrm>
            <a:off x="2798064" y="1928241"/>
            <a:ext cx="91440" cy="3658"/>
          </a:xfrm>
          <a:prstGeom prst="line">
            <a:avLst/>
          </a:prstGeom>
          <a:noFill/>
          <a:ln w="19050">
            <a:solidFill>
              <a:srgbClr val="3A3A3A"/>
            </a:solidFill>
            <a:prstDash val="solid"/>
          </a:ln>
        </p:spPr>
      </p:sp>
      <p:sp>
        <p:nvSpPr>
          <p:cNvPr id="164" name="Shape 162"/>
          <p:cNvSpPr/>
          <p:nvPr/>
        </p:nvSpPr>
        <p:spPr>
          <a:xfrm>
            <a:off x="2843784" y="1882521"/>
            <a:ext cx="3658" cy="91440"/>
          </a:xfrm>
          <a:prstGeom prst="line">
            <a:avLst/>
          </a:prstGeom>
          <a:noFill/>
          <a:ln w="19050">
            <a:solidFill>
              <a:srgbClr val="3A3A3A"/>
            </a:solidFill>
            <a:prstDash val="solid"/>
          </a:ln>
        </p:spPr>
      </p:sp>
      <p:sp>
        <p:nvSpPr>
          <p:cNvPr id="165" name="Shape 163"/>
          <p:cNvSpPr/>
          <p:nvPr/>
        </p:nvSpPr>
        <p:spPr>
          <a:xfrm>
            <a:off x="5413248" y="2839212"/>
            <a:ext cx="91440" cy="3658"/>
          </a:xfrm>
          <a:prstGeom prst="line">
            <a:avLst/>
          </a:prstGeom>
          <a:noFill/>
          <a:ln w="19050">
            <a:solidFill>
              <a:srgbClr val="3A3A3A"/>
            </a:solidFill>
            <a:prstDash val="solid"/>
          </a:ln>
        </p:spPr>
      </p:sp>
      <p:sp>
        <p:nvSpPr>
          <p:cNvPr id="166" name="Shape 164"/>
          <p:cNvSpPr/>
          <p:nvPr/>
        </p:nvSpPr>
        <p:spPr>
          <a:xfrm>
            <a:off x="5458968" y="2793492"/>
            <a:ext cx="3658" cy="91440"/>
          </a:xfrm>
          <a:prstGeom prst="line">
            <a:avLst/>
          </a:prstGeom>
          <a:noFill/>
          <a:ln w="19050">
            <a:solidFill>
              <a:srgbClr val="3A3A3A"/>
            </a:solidFill>
            <a:prstDash val="solid"/>
          </a:ln>
        </p:spPr>
      </p:sp>
      <p:sp>
        <p:nvSpPr>
          <p:cNvPr id="167" name="Shape 165"/>
          <p:cNvSpPr/>
          <p:nvPr/>
        </p:nvSpPr>
        <p:spPr>
          <a:xfrm>
            <a:off x="7114032" y="2839212"/>
            <a:ext cx="91440" cy="3658"/>
          </a:xfrm>
          <a:prstGeom prst="line">
            <a:avLst/>
          </a:prstGeom>
          <a:noFill/>
          <a:ln w="19050">
            <a:solidFill>
              <a:srgbClr val="3A3A3A"/>
            </a:solidFill>
            <a:prstDash val="solid"/>
          </a:ln>
        </p:spPr>
      </p:sp>
      <p:sp>
        <p:nvSpPr>
          <p:cNvPr id="168" name="Shape 166"/>
          <p:cNvSpPr/>
          <p:nvPr/>
        </p:nvSpPr>
        <p:spPr>
          <a:xfrm>
            <a:off x="7159752" y="2793492"/>
            <a:ext cx="3658" cy="91440"/>
          </a:xfrm>
          <a:prstGeom prst="line">
            <a:avLst/>
          </a:prstGeom>
          <a:noFill/>
          <a:ln w="19050">
            <a:solidFill>
              <a:srgbClr val="3A3A3A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2026-09-24T05:30:47Z</dcterms:created>
  <dcterms:modified xsi:type="dcterms:W3CDTF">2026-09-24T05:30:47Z</dcterms:modified>
</cp:coreProperties>
</file>