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280773" cy="5888736"/>
  <p:notesSz cx="5888736" cy="1228077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0" y="0"/>
                </a:moveTo>
                <a:lnTo>
                  <a:pt x="1444752" y="0"/>
                </a:lnTo>
                <a:lnTo>
                  <a:pt x="2738628" y="526923"/>
                </a:lnTo>
                <a:lnTo>
                  <a:pt x="77724" y="526923"/>
                </a:lnTo>
                <a:close/>
              </a:path>
            </a:pathLst>
          </a:custGeom>
          <a:solidFill>
            <a:srgbClr val="A9B7C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7532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1293876" y="0"/>
                </a:moveTo>
                <a:lnTo>
                  <a:pt x="2738628" y="0"/>
                </a:lnTo>
                <a:lnTo>
                  <a:pt x="2660904" y="526923"/>
                </a:lnTo>
                <a:lnTo>
                  <a:pt x="0" y="526923"/>
                </a:lnTo>
                <a:close/>
              </a:path>
            </a:pathLst>
          </a:custGeom>
          <a:solidFill>
            <a:srgbClr val="A8B58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70832" y="3227832"/>
            <a:ext cx="3877056" cy="731520"/>
          </a:xfrm>
          <a:custGeom>
            <a:avLst/>
            <a:gdLst/>
            <a:ahLst/>
            <a:cxnLst/>
            <a:rect l="l" t="t" r="r" b="b"/>
            <a:pathLst>
              <a:path w="3877056" h="731520">
                <a:moveTo>
                  <a:pt x="0" y="0"/>
                </a:moveTo>
                <a:lnTo>
                  <a:pt x="3877056" y="0"/>
                </a:lnTo>
                <a:lnTo>
                  <a:pt x="3877056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A9B7C6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36592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0" y="361188"/>
                </a:moveTo>
                <a:lnTo>
                  <a:pt x="1444752" y="361188"/>
                </a:lnTo>
                <a:lnTo>
                  <a:pt x="2738628" y="0"/>
                </a:lnTo>
                <a:lnTo>
                  <a:pt x="77724" y="0"/>
                </a:lnTo>
                <a:close/>
              </a:path>
            </a:pathLst>
          </a:custGeom>
          <a:solidFill>
            <a:srgbClr val="A9B7C6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143500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1293876" y="361188"/>
                </a:moveTo>
                <a:lnTo>
                  <a:pt x="2738628" y="361188"/>
                </a:lnTo>
                <a:lnTo>
                  <a:pt x="2660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A8B58A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4264533"/>
            <a:ext cx="1444752" cy="36576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3673602"/>
            <a:ext cx="1444752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3046095"/>
            <a:ext cx="347472" cy="36576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46095"/>
            <a:ext cx="768096" cy="36576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235708"/>
            <a:ext cx="749808" cy="36576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7008" y="2235708"/>
            <a:ext cx="749808" cy="365760"/>
          </a:xfrm>
          <a:prstGeom prst="rect">
            <a:avLst/>
          </a:prstGeom>
          <a:solidFill>
            <a:srgbClr val="F7C8D3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1754505"/>
            <a:ext cx="512064" cy="347472"/>
          </a:xfrm>
          <a:prstGeom prst="rect">
            <a:avLst/>
          </a:prstGeom>
          <a:solidFill>
            <a:srgbClr val="F7C8D3"/>
          </a:solidFill>
          <a:ln w="19050">
            <a:solidFill>
              <a:srgbClr val="2D3A47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1181862"/>
            <a:ext cx="1444752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627507"/>
            <a:ext cx="1444752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91440"/>
            <a:ext cx="1444752" cy="36576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4264533"/>
            <a:ext cx="1444752" cy="36576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21408" y="3673602"/>
            <a:ext cx="1444752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3046095"/>
            <a:ext cx="347472" cy="36576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4288" y="3046095"/>
            <a:ext cx="768096" cy="36576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2235708"/>
            <a:ext cx="749808" cy="36576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2235708"/>
            <a:ext cx="749808" cy="365760"/>
          </a:xfrm>
          <a:prstGeom prst="rect">
            <a:avLst/>
          </a:prstGeom>
          <a:solidFill>
            <a:srgbClr val="F7C8D3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1754505"/>
            <a:ext cx="512064" cy="347472"/>
          </a:xfrm>
          <a:prstGeom prst="rect">
            <a:avLst/>
          </a:prstGeom>
          <a:solidFill>
            <a:srgbClr val="F7C8D3"/>
          </a:solidFill>
          <a:ln w="19050">
            <a:solidFill>
              <a:srgbClr val="2D3A47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1181862"/>
            <a:ext cx="1444752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21408" y="627507"/>
            <a:ext cx="1444752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1408" y="91440"/>
            <a:ext cx="1444752" cy="36576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3483864"/>
            <a:ext cx="786384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13248" y="3483864"/>
            <a:ext cx="786384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483864"/>
            <a:ext cx="786384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33488" y="3483864"/>
            <a:ext cx="786384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4293108"/>
            <a:ext cx="1444752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139696"/>
            <a:ext cx="1444752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37376" y="4293108"/>
            <a:ext cx="1444752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37376" y="2139696"/>
            <a:ext cx="1444752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79392" y="91440"/>
            <a:ext cx="4059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D3A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25696" y="173736"/>
            <a:ext cx="457200" cy="201168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25696" y="448056"/>
            <a:ext cx="457200" cy="201168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9354693" y="1298448"/>
            <a:ext cx="384048" cy="384048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11893" y="1298448"/>
            <a:ext cx="384048" cy="384048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269093" y="1298448"/>
            <a:ext cx="384048" cy="384048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726293" y="1298448"/>
            <a:ext cx="384048" cy="384048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263253" y="694944"/>
            <a:ext cx="2926080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269093" y="91440"/>
            <a:ext cx="384048" cy="384048"/>
          </a:xfrm>
          <a:prstGeom prst="ellipse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354693" y="3172968"/>
            <a:ext cx="384048" cy="384048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11893" y="3172968"/>
            <a:ext cx="384048" cy="384048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269093" y="3172968"/>
            <a:ext cx="384048" cy="384048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726293" y="3172968"/>
            <a:ext cx="384048" cy="384048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183493" y="3172968"/>
            <a:ext cx="384048" cy="384048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640693" y="3172968"/>
            <a:ext cx="384048" cy="384048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263253" y="2569464"/>
            <a:ext cx="2926080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183493" y="1965960"/>
            <a:ext cx="384048" cy="384048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640693" y="1965960"/>
            <a:ext cx="384048" cy="384048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354693" y="5047488"/>
            <a:ext cx="384048" cy="384048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11893" y="5047488"/>
            <a:ext cx="384048" cy="384048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269093" y="5047488"/>
            <a:ext cx="384048" cy="384048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726293" y="5047488"/>
            <a:ext cx="384048" cy="384048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183493" y="5047488"/>
            <a:ext cx="384048" cy="384048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640693" y="5047488"/>
            <a:ext cx="384048" cy="384048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263253" y="4443984"/>
            <a:ext cx="2926080" cy="365760"/>
          </a:xfrm>
          <a:prstGeom prst="rect">
            <a:avLst/>
          </a:prstGeom>
          <a:solidFill>
            <a:srgbClr val="FFF7E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1640693" y="3840480"/>
            <a:ext cx="384048" cy="384048"/>
          </a:xfrm>
          <a:prstGeom prst="ellipse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98348" y="5138928"/>
            <a:ext cx="274320" cy="27432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7532" y="5138928"/>
            <a:ext cx="274320" cy="27432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6716" y="5138928"/>
            <a:ext cx="274320" cy="27432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85900" y="5138928"/>
            <a:ext cx="274320" cy="27432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15084" y="5138928"/>
            <a:ext cx="274320" cy="27432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44268" y="5138928"/>
            <a:ext cx="274320" cy="27432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84932" y="5138928"/>
            <a:ext cx="274320" cy="27432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14116" y="5138928"/>
            <a:ext cx="274320" cy="27432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143000" y="4057650"/>
            <a:ext cx="3658" cy="188595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594360" y="3430143"/>
            <a:ext cx="3658" cy="225171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1144829" y="3430143"/>
            <a:ext cx="3658" cy="225171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1452067" y="3430143"/>
            <a:ext cx="3658" cy="225171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1581912" y="2120265"/>
            <a:ext cx="3658" cy="97155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H="1">
            <a:off x="1252728" y="1928241"/>
            <a:ext cx="54864" cy="365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V="1">
            <a:off x="649224" y="1928241"/>
            <a:ext cx="3658" cy="289179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9224" y="1928241"/>
            <a:ext cx="384048" cy="365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143000" y="1565910"/>
            <a:ext cx="3658" cy="252603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1143000" y="1011555"/>
            <a:ext cx="3658" cy="152019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V="1">
            <a:off x="1143000" y="475488"/>
            <a:ext cx="3658" cy="133731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H="1">
            <a:off x="91440" y="4447413"/>
            <a:ext cx="329184" cy="365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91440" y="810387"/>
            <a:ext cx="3658" cy="3637026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810387"/>
            <a:ext cx="310896" cy="365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 flipV="1">
            <a:off x="2843784" y="4057650"/>
            <a:ext cx="3658" cy="188595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V="1">
            <a:off x="3392424" y="3430143"/>
            <a:ext cx="3658" cy="225171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2534717" y="3430143"/>
            <a:ext cx="3658" cy="225171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2841955" y="3430143"/>
            <a:ext cx="3658" cy="225171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2404872" y="2120265"/>
            <a:ext cx="3658" cy="97155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2679192" y="1928241"/>
            <a:ext cx="54864" cy="365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3337560" y="1928241"/>
            <a:ext cx="3658" cy="289179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2953512" y="1928241"/>
            <a:ext cx="384048" cy="365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V="1">
            <a:off x="2843784" y="1565910"/>
            <a:ext cx="3658" cy="252603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 flipV="1">
            <a:off x="2843784" y="1011555"/>
            <a:ext cx="3658" cy="152019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 flipV="1">
            <a:off x="2843784" y="475488"/>
            <a:ext cx="3658" cy="133731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3566160" y="4447413"/>
            <a:ext cx="329184" cy="365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3895344" y="810387"/>
            <a:ext cx="3658" cy="3637026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3584448" y="810387"/>
            <a:ext cx="310896" cy="365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H="1" flipV="1">
            <a:off x="466344" y="2619756"/>
            <a:ext cx="18288" cy="408051"/>
          </a:xfrm>
          <a:prstGeom prst="line">
            <a:avLst/>
          </a:prstGeom>
          <a:noFill/>
          <a:ln w="13970">
            <a:solidFill>
              <a:srgbClr val="B46A72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H="1" flipV="1">
            <a:off x="832104" y="2619756"/>
            <a:ext cx="356616" cy="408051"/>
          </a:xfrm>
          <a:prstGeom prst="line">
            <a:avLst/>
          </a:prstGeom>
          <a:noFill/>
          <a:ln w="13970">
            <a:solidFill>
              <a:srgbClr val="B46A72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 flipV="1">
            <a:off x="3502152" y="2619756"/>
            <a:ext cx="18288" cy="408051"/>
          </a:xfrm>
          <a:prstGeom prst="line">
            <a:avLst/>
          </a:prstGeom>
          <a:noFill/>
          <a:ln w="13970">
            <a:solidFill>
              <a:srgbClr val="B46A72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 flipV="1">
            <a:off x="2798064" y="2619756"/>
            <a:ext cx="356616" cy="408051"/>
          </a:xfrm>
          <a:prstGeom prst="line">
            <a:avLst/>
          </a:prstGeom>
          <a:noFill/>
          <a:ln w="13970">
            <a:solidFill>
              <a:srgbClr val="B46A72"/>
            </a:solidFill>
            <a:prstDash val="solid"/>
            <a:tailEnd type="triangle"/>
          </a:ln>
        </p:spPr>
      </p:sp>
      <p:sp>
        <p:nvSpPr>
          <p:cNvPr id="101" name="Text 99"/>
          <p:cNvSpPr/>
          <p:nvPr/>
        </p:nvSpPr>
        <p:spPr>
          <a:xfrm>
            <a:off x="4736592" y="5065776"/>
            <a:ext cx="1444752" cy="36576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 flipV="1">
            <a:off x="5458968" y="4677156"/>
            <a:ext cx="3658" cy="370332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 flipH="1" flipV="1">
            <a:off x="4892040" y="3867912"/>
            <a:ext cx="566928" cy="40690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V="1">
            <a:off x="5458968" y="3867912"/>
            <a:ext cx="347472" cy="40690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 flipV="1">
            <a:off x="4892040" y="2948940"/>
            <a:ext cx="502920" cy="516636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 flipH="1" flipV="1">
            <a:off x="5522976" y="2948940"/>
            <a:ext cx="283464" cy="516636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 flipV="1">
            <a:off x="5458968" y="2523744"/>
            <a:ext cx="3658" cy="205740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 flipH="1">
            <a:off x="4279392" y="5248656"/>
            <a:ext cx="457200" cy="365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279392" y="2322576"/>
            <a:ext cx="3658" cy="2926080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2322576"/>
            <a:ext cx="438912" cy="365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4736592" y="1476756"/>
            <a:ext cx="1444752" cy="36576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 flipV="1">
            <a:off x="5458968" y="1860804"/>
            <a:ext cx="3658" cy="260604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6437376" y="5065776"/>
            <a:ext cx="1444752" cy="36576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 flipV="1">
            <a:off x="7159752" y="4677156"/>
            <a:ext cx="3658" cy="370332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 flipH="1" flipV="1">
            <a:off x="5806440" y="3867912"/>
            <a:ext cx="1353312" cy="40690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 flipV="1">
            <a:off x="7159752" y="3867912"/>
            <a:ext cx="566928" cy="40690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 flipV="1">
            <a:off x="5806440" y="2948940"/>
            <a:ext cx="1289304" cy="516636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 flipH="1" flipV="1">
            <a:off x="7223760" y="2948940"/>
            <a:ext cx="502920" cy="516636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 flipV="1">
            <a:off x="7159752" y="2523744"/>
            <a:ext cx="3658" cy="205740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7882128" y="5248656"/>
            <a:ext cx="457200" cy="365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8339328" y="2322576"/>
            <a:ext cx="3658" cy="2926080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7900416" y="2322576"/>
            <a:ext cx="438912" cy="365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6437376" y="1476756"/>
            <a:ext cx="1444752" cy="36576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 flipV="1">
            <a:off x="7159752" y="1860804"/>
            <a:ext cx="3658" cy="260604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4814316" y="859536"/>
            <a:ext cx="274320" cy="27432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43500" y="859536"/>
            <a:ext cx="274320" cy="27432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472684" y="859536"/>
            <a:ext cx="274320" cy="27432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01868" y="859536"/>
            <a:ext cx="274320" cy="27432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1052" y="859536"/>
            <a:ext cx="274320" cy="27432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60236" y="859536"/>
            <a:ext cx="274320" cy="27432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00900" y="859536"/>
            <a:ext cx="274320" cy="274320"/>
          </a:xfrm>
          <a:prstGeom prst="rect">
            <a:avLst/>
          </a:prstGeom>
          <a:solidFill>
            <a:srgbClr val="A9B7C6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530084" y="859536"/>
            <a:ext cx="274320" cy="274320"/>
          </a:xfrm>
          <a:prstGeom prst="rect">
            <a:avLst/>
          </a:prstGeom>
          <a:solidFill>
            <a:srgbClr val="A8B58A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0232517" y="1078992"/>
            <a:ext cx="3658" cy="20116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 flipV="1">
            <a:off x="10461117" y="493776"/>
            <a:ext cx="3658" cy="182880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0689717" y="2953512"/>
            <a:ext cx="3658" cy="20116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1375517" y="2368296"/>
            <a:ext cx="3658" cy="182880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1832717" y="2368296"/>
            <a:ext cx="3658" cy="182880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 flipV="1">
            <a:off x="10689717" y="4828032"/>
            <a:ext cx="3658" cy="201168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 flipV="1">
            <a:off x="11832717" y="4242816"/>
            <a:ext cx="3658" cy="182880"/>
          </a:xfrm>
          <a:prstGeom prst="line">
            <a:avLst/>
          </a:prstGeom>
          <a:noFill/>
          <a:ln w="13970">
            <a:solidFill>
              <a:srgbClr val="2D3A47"/>
            </a:solidFill>
            <a:prstDash val="solid"/>
            <a:tailEnd type="triangle"/>
          </a:ln>
        </p:spPr>
      </p:sp>
      <p:sp>
        <p:nvSpPr>
          <p:cNvPr id="140" name="Text 138"/>
          <p:cNvSpPr txBox="1"/>
          <p:nvPr/>
        </p:nvSpPr>
        <p:spPr>
          <a:xfrm>
            <a:off x="2468880" y="5120640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704088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0" y="408051"/>
                </a:moveTo>
                <a:cubicBezTo>
                  <a:pt x="0" y="204026"/>
                  <a:pt x="694944" y="204026"/>
                  <a:pt x="694944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A9B7C6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764792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813816" y="408051"/>
                </a:moveTo>
                <a:cubicBezTo>
                  <a:pt x="813816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A9B7C6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2587752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694944" y="408051"/>
                </a:moveTo>
                <a:cubicBezTo>
                  <a:pt x="694944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A8B58A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1408176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0" y="408051"/>
                </a:moveTo>
                <a:cubicBezTo>
                  <a:pt x="0" y="204026"/>
                  <a:pt x="813816" y="204026"/>
                  <a:pt x="813816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A8B58A"/>
            </a:solidFill>
            <a:prstDash val="solid"/>
            <a:tailEnd type="triangle"/>
          </a:ln>
        </p:spPr>
      </p:sp>
      <p:sp>
        <p:nvSpPr>
          <p:cNvPr id="145" name="Text 143"/>
          <p:cNvSpPr txBox="1"/>
          <p:nvPr/>
        </p:nvSpPr>
        <p:spPr>
          <a:xfrm>
            <a:off x="91440" y="5522976"/>
            <a:ext cx="38039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Dual-stream Attention</a:t>
            </a:r>
            <a:endParaRPr lang="en-US" sz="1100" dirty="0"/>
          </a:p>
        </p:txBody>
      </p:sp>
      <p:sp>
        <p:nvSpPr>
          <p:cNvPr id="146" name="Text 144"/>
          <p:cNvSpPr txBox="1"/>
          <p:nvPr/>
        </p:nvSpPr>
        <p:spPr>
          <a:xfrm>
            <a:off x="6784848" y="841248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7" name="Text 145"/>
          <p:cNvSpPr txBox="1"/>
          <p:nvPr/>
        </p:nvSpPr>
        <p:spPr>
          <a:xfrm>
            <a:off x="4279392" y="5522976"/>
            <a:ext cx="40599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Dual-stream MoE</a:t>
            </a:r>
            <a:endParaRPr lang="en-US" sz="1100" dirty="0"/>
          </a:p>
        </p:txBody>
      </p:sp>
      <p:sp>
        <p:nvSpPr>
          <p:cNvPr id="148" name="Text 146"/>
          <p:cNvSpPr txBox="1"/>
          <p:nvPr/>
        </p:nvSpPr>
        <p:spPr>
          <a:xfrm>
            <a:off x="4992624" y="16459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initialized from pretrained model, finetuned in ours</a:t>
            </a:r>
            <a:endParaRPr 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4992624" y="43891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parameters, trained from scratch</a:t>
            </a:r>
            <a:endParaRPr lang="en-US" sz="950" dirty="0"/>
          </a:p>
        </p:txBody>
      </p:sp>
      <p:sp>
        <p:nvSpPr>
          <p:cNvPr id="150" name="Text 148"/>
          <p:cNvSpPr txBox="1"/>
          <p:nvPr/>
        </p:nvSpPr>
        <p:spPr>
          <a:xfrm>
            <a:off x="8513445" y="64008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1" name="Text 149"/>
          <p:cNvSpPr txBox="1"/>
          <p:nvPr/>
        </p:nvSpPr>
        <p:spPr>
          <a:xfrm>
            <a:off x="8513445" y="87782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8513445" y="251460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3" name="Text 151"/>
          <p:cNvSpPr txBox="1"/>
          <p:nvPr/>
        </p:nvSpPr>
        <p:spPr>
          <a:xfrm>
            <a:off x="8513445" y="275234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denoise</a:t>
            </a:r>
            <a:endParaRPr lang="en-US" sz="1050" dirty="0"/>
          </a:p>
        </p:txBody>
      </p:sp>
      <p:sp>
        <p:nvSpPr>
          <p:cNvPr id="154" name="Text 152"/>
          <p:cNvSpPr txBox="1"/>
          <p:nvPr/>
        </p:nvSpPr>
        <p:spPr>
          <a:xfrm>
            <a:off x="8513445" y="438912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4</a:t>
            </a:r>
            <a:endParaRPr lang="en-US" sz="1050" dirty="0"/>
          </a:p>
        </p:txBody>
      </p:sp>
      <p:sp>
        <p:nvSpPr>
          <p:cNvPr id="155" name="Text 153"/>
          <p:cNvSpPr txBox="1"/>
          <p:nvPr/>
        </p:nvSpPr>
        <p:spPr>
          <a:xfrm>
            <a:off x="8513445" y="462686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6" name="Text 154"/>
          <p:cNvSpPr txBox="1"/>
          <p:nvPr/>
        </p:nvSpPr>
        <p:spPr>
          <a:xfrm>
            <a:off x="8723376" y="5522976"/>
            <a:ext cx="346595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A4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Dual-stream Decoding Process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1051560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752344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67528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068312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3A47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7280" y="1928241"/>
            <a:ext cx="91440" cy="3658"/>
          </a:xfrm>
          <a:prstGeom prst="line">
            <a:avLst/>
          </a:prstGeom>
          <a:noFill/>
          <a:ln w="19050">
            <a:solidFill>
              <a:srgbClr val="2D3A47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3000" y="1882521"/>
            <a:ext cx="3658" cy="91440"/>
          </a:xfrm>
          <a:prstGeom prst="line">
            <a:avLst/>
          </a:prstGeom>
          <a:noFill/>
          <a:ln w="19050">
            <a:solidFill>
              <a:srgbClr val="2D3A47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98064" y="1928241"/>
            <a:ext cx="91440" cy="3658"/>
          </a:xfrm>
          <a:prstGeom prst="line">
            <a:avLst/>
          </a:prstGeom>
          <a:noFill/>
          <a:ln w="19050">
            <a:solidFill>
              <a:srgbClr val="2D3A47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843784" y="1882521"/>
            <a:ext cx="3658" cy="91440"/>
          </a:xfrm>
          <a:prstGeom prst="line">
            <a:avLst/>
          </a:prstGeom>
          <a:noFill/>
          <a:ln w="19050">
            <a:solidFill>
              <a:srgbClr val="2D3A47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413248" y="2839212"/>
            <a:ext cx="91440" cy="3658"/>
          </a:xfrm>
          <a:prstGeom prst="line">
            <a:avLst/>
          </a:prstGeom>
          <a:noFill/>
          <a:ln w="19050">
            <a:solidFill>
              <a:srgbClr val="2D3A47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458968" y="2793492"/>
            <a:ext cx="3658" cy="91440"/>
          </a:xfrm>
          <a:prstGeom prst="line">
            <a:avLst/>
          </a:prstGeom>
          <a:noFill/>
          <a:ln w="19050">
            <a:solidFill>
              <a:srgbClr val="2D3A47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114032" y="2839212"/>
            <a:ext cx="91440" cy="3658"/>
          </a:xfrm>
          <a:prstGeom prst="line">
            <a:avLst/>
          </a:prstGeom>
          <a:noFill/>
          <a:ln w="19050">
            <a:solidFill>
              <a:srgbClr val="2D3A47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159752" y="2793492"/>
            <a:ext cx="3658" cy="91440"/>
          </a:xfrm>
          <a:prstGeom prst="line">
            <a:avLst/>
          </a:prstGeom>
          <a:noFill/>
          <a:ln w="19050">
            <a:solidFill>
              <a:srgbClr val="2D3A4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2026-09-24T02:52:01Z</dcterms:created>
  <dcterms:modified xsi:type="dcterms:W3CDTF">2026-09-24T02:52:01Z</dcterms:modified>
</cp:coreProperties>
</file>