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prstGeom prst="rect">
            <a:avLst/>
          </a:prstGeom>
          <a:solidFill>
            <a:srgbClr val="FFFCF4"/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FF8E7"/>
          </a:solidFill>
          <a:ln w="19050">
            <a:solidFill>
              <a:srgbClr val="303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FF8E7"/>
          </a:solidFill>
          <a:ln w="19050">
            <a:solidFill>
              <a:srgbClr val="303030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2026-09-24T02:41:54Z</dcterms:created>
  <dcterms:modified xsi:type="dcterms:W3CDTF">2026-09-24T02:41:54Z</dcterms:modified>
</cp:coreProperties>
</file>