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2.png"/><Relationship Id="rId6" Type="http://schemas.openxmlformats.org/officeDocument/2006/relationships/image" Target="../media/image-1-1.png"/><Relationship Id="rId7" Type="http://schemas.openxmlformats.org/officeDocument/2006/relationships/image" Target="../media/image-1-2.png"/><Relationship Id="rId8" Type="http://schemas.openxmlformats.org/officeDocument/2006/relationships/image" Target="../media/image-1-1.png"/><Relationship Id="rId9" Type="http://schemas.openxmlformats.org/officeDocument/2006/relationships/image" Target="../media/image-1-1.png"/><Relationship Id="rId10" Type="http://schemas.openxmlformats.org/officeDocument/2006/relationships/image" Target="../media/image-1-2.png"/><Relationship Id="rId11" Type="http://schemas.openxmlformats.org/officeDocument/2006/relationships/image" Target="../media/image-1-1.png"/><Relationship Id="rId12" Type="http://schemas.openxmlformats.org/officeDocument/2006/relationships/image" Target="../media/image-1-2.png"/><Relationship Id="rId13" Type="http://schemas.openxmlformats.org/officeDocument/2006/relationships/image" Target="../media/image-1-1.png"/><Relationship Id="rId14" Type="http://schemas.openxmlformats.org/officeDocument/2006/relationships/image" Target="../media/image-1-1.png"/><Relationship Id="rId15" Type="http://schemas.openxmlformats.org/officeDocument/2006/relationships/image" Target="../media/image-1-1.png"/><Relationship Id="rId16" Type="http://schemas.openxmlformats.org/officeDocument/2006/relationships/image" Target="../media/image-1-2.png"/><Relationship Id="rId17" Type="http://schemas.openxmlformats.org/officeDocument/2006/relationships/image" Target="../media/image-1-1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15640"/>
            <a:ext cx="3877056" cy="7315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078992"/>
            <a:ext cx="2738628" cy="367284"/>
          </a:xfrm>
          <a:custGeom>
            <a:avLst/>
            <a:gdLst/>
            <a:ahLst/>
            <a:cxnLst/>
            <a:rect l="l" t="t" r="r" b="b"/>
            <a:pathLst>
              <a:path w="2738628" h="367284">
                <a:moveTo>
                  <a:pt x="0" y="367284"/>
                </a:moveTo>
                <a:lnTo>
                  <a:pt x="1444752" y="367284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078992"/>
            <a:ext cx="2738628" cy="367284"/>
          </a:xfrm>
          <a:custGeom>
            <a:avLst/>
            <a:gdLst/>
            <a:ahLst/>
            <a:cxnLst/>
            <a:rect l="l" t="t" r="r" b="b"/>
            <a:pathLst>
              <a:path w="2738628" h="367284">
                <a:moveTo>
                  <a:pt x="1293876" y="367284"/>
                </a:moveTo>
                <a:lnTo>
                  <a:pt x="2738628" y="367284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71672"/>
            <a:ext cx="786384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71672"/>
            <a:ext cx="786384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71672"/>
            <a:ext cx="786384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71672"/>
            <a:ext cx="786384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8701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1531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8701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15312"/>
            <a:ext cx="1444752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30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EAEAEA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D9D9D9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9" name="Text 97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 flipV="1">
            <a:off x="5458968" y="4671060"/>
            <a:ext cx="3658" cy="37642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 flipH="1" flipV="1">
            <a:off x="4892040" y="3855720"/>
            <a:ext cx="566928" cy="4130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 flipV="1">
            <a:off x="5458968" y="3855720"/>
            <a:ext cx="347472" cy="4130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V="1">
            <a:off x="4892040" y="2930652"/>
            <a:ext cx="502920" cy="5227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 flipV="1">
            <a:off x="5522976" y="2930652"/>
            <a:ext cx="283464" cy="5227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5458968" y="2499360"/>
            <a:ext cx="3658" cy="2118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4279392" y="2298192"/>
            <a:ext cx="3658" cy="295046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79392" y="2298192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9" name="Text 107"/>
          <p:cNvSpPr/>
          <p:nvPr/>
        </p:nvSpPr>
        <p:spPr>
          <a:xfrm>
            <a:off x="4736592" y="144627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 flipV="1">
            <a:off x="5458968" y="1830324"/>
            <a:ext cx="3658" cy="26670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7159752" y="4671060"/>
            <a:ext cx="3658" cy="37642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 flipH="1" flipV="1">
            <a:off x="5806440" y="3855720"/>
            <a:ext cx="1353312" cy="4130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 flipV="1">
            <a:off x="7159752" y="3855720"/>
            <a:ext cx="566928" cy="4130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V="1">
            <a:off x="5806440" y="2930652"/>
            <a:ext cx="1289304" cy="5227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H="1" flipV="1">
            <a:off x="7223760" y="2930652"/>
            <a:ext cx="502920" cy="5227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7159752" y="2499360"/>
            <a:ext cx="3658" cy="2118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8339328" y="2298192"/>
            <a:ext cx="3658" cy="295046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7900416" y="2298192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6437376" y="144627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 flipV="1">
            <a:off x="7159752" y="1830324"/>
            <a:ext cx="3658" cy="26670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4814316" y="822960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43500" y="822960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72684" y="822960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801868" y="822960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1052" y="822960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60236" y="822960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200900" y="822960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530084" y="822960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8" name="Text 136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3" name="Text 141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4" name="Text 142"/>
          <p:cNvSpPr txBox="1"/>
          <p:nvPr/>
        </p:nvSpPr>
        <p:spPr>
          <a:xfrm>
            <a:off x="6784848" y="804672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5" name="Text 143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4974336" y="164592"/>
            <a:ext cx="33284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00" dirty="0"/>
          </a:p>
        </p:txBody>
      </p:sp>
      <p:sp>
        <p:nvSpPr>
          <p:cNvPr id="147" name="Text 145"/>
          <p:cNvSpPr txBox="1"/>
          <p:nvPr/>
        </p:nvSpPr>
        <p:spPr>
          <a:xfrm>
            <a:off x="4974336" y="420624"/>
            <a:ext cx="33284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scratch</a:t>
            </a:r>
            <a:endParaRPr lang="en-US" sz="900" dirty="0"/>
          </a:p>
        </p:txBody>
      </p:sp>
      <p:sp>
        <p:nvSpPr>
          <p:cNvPr id="148" name="Text 146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49" name="Text 147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367528" y="2729484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068312" y="2729484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413248" y="2820924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458968" y="2775204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114032" y="2820924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159752" y="2775204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pic>
        <p:nvPicPr>
          <p:cNvPr id="167" name="Image 0" descr="/home/user/Mitosis/midi_yinyang/figures/icons/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887" y="3691890"/>
            <a:ext cx="86485" cy="100584"/>
          </a:xfrm>
          <a:prstGeom prst="rect">
            <a:avLst/>
          </a:prstGeom>
        </p:spPr>
      </p:pic>
      <p:sp>
        <p:nvSpPr>
          <p:cNvPr id="168" name="Shape 165"/>
          <p:cNvSpPr/>
          <p:nvPr/>
        </p:nvSpPr>
        <p:spPr>
          <a:xfrm>
            <a:off x="1618871" y="3742182"/>
            <a:ext cx="100584" cy="3658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  <a:tailEnd type="triangle"/>
          </a:ln>
        </p:spPr>
      </p:sp>
      <p:pic>
        <p:nvPicPr>
          <p:cNvPr id="169" name="Image 1" descr="/home/user/Mitosis/midi_yinyang/figures/icons/snowfl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388" y="3691890"/>
            <a:ext cx="88051" cy="100584"/>
          </a:xfrm>
          <a:prstGeom prst="rect">
            <a:avLst/>
          </a:prstGeom>
        </p:spPr>
      </p:pic>
      <p:pic>
        <p:nvPicPr>
          <p:cNvPr id="170" name="Image 2" descr="/home/user/Mitosis/midi_yinyang/figures/icons/fi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455" y="1772793"/>
            <a:ext cx="86485" cy="100584"/>
          </a:xfrm>
          <a:prstGeom prst="rect">
            <a:avLst/>
          </a:prstGeom>
        </p:spPr>
      </p:pic>
      <p:pic>
        <p:nvPicPr>
          <p:cNvPr id="171" name="Image 3" descr="/home/user/Mitosis/midi_yinyang/figures/icons/fi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887" y="1200150"/>
            <a:ext cx="86485" cy="100584"/>
          </a:xfrm>
          <a:prstGeom prst="rect">
            <a:avLst/>
          </a:prstGeom>
        </p:spPr>
      </p:pic>
      <p:sp>
        <p:nvSpPr>
          <p:cNvPr id="172" name="Shape 166"/>
          <p:cNvSpPr/>
          <p:nvPr/>
        </p:nvSpPr>
        <p:spPr>
          <a:xfrm>
            <a:off x="1618871" y="1250442"/>
            <a:ext cx="100584" cy="3658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  <a:tailEnd type="triangle"/>
          </a:ln>
        </p:spPr>
      </p:sp>
      <p:pic>
        <p:nvPicPr>
          <p:cNvPr id="173" name="Image 4" descr="/home/user/Mitosis/midi_yinyang/figures/icons/snowflak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388" y="1200150"/>
            <a:ext cx="88051" cy="100584"/>
          </a:xfrm>
          <a:prstGeom prst="rect">
            <a:avLst/>
          </a:prstGeom>
        </p:spPr>
      </p:pic>
      <p:pic>
        <p:nvPicPr>
          <p:cNvPr id="174" name="Image 5" descr="/home/user/Mitosis/midi_yinyang/figures/icons/fi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671" y="3691890"/>
            <a:ext cx="86485" cy="100584"/>
          </a:xfrm>
          <a:prstGeom prst="rect">
            <a:avLst/>
          </a:prstGeom>
        </p:spPr>
      </p:pic>
      <p:sp>
        <p:nvSpPr>
          <p:cNvPr id="175" name="Shape 167"/>
          <p:cNvSpPr/>
          <p:nvPr/>
        </p:nvSpPr>
        <p:spPr>
          <a:xfrm>
            <a:off x="3319655" y="3742182"/>
            <a:ext cx="100584" cy="3658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  <a:tailEnd type="triangle"/>
          </a:ln>
        </p:spPr>
      </p:sp>
      <p:pic>
        <p:nvPicPr>
          <p:cNvPr id="176" name="Image 6" descr="/home/user/Mitosis/midi_yinyang/figures/icons/snowflak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172" y="3691890"/>
            <a:ext cx="88051" cy="100584"/>
          </a:xfrm>
          <a:prstGeom prst="rect">
            <a:avLst/>
          </a:prstGeom>
        </p:spPr>
      </p:pic>
      <p:pic>
        <p:nvPicPr>
          <p:cNvPr id="177" name="Image 7" descr="/home/user/Mitosis/midi_yinyang/figures/icons/fi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415" y="1772793"/>
            <a:ext cx="86485" cy="100584"/>
          </a:xfrm>
          <a:prstGeom prst="rect">
            <a:avLst/>
          </a:prstGeom>
        </p:spPr>
      </p:pic>
      <p:pic>
        <p:nvPicPr>
          <p:cNvPr id="178" name="Image 8" descr="/home/user/Mitosis/midi_yinyang/figures/icons/fir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7671" y="1200150"/>
            <a:ext cx="86485" cy="100584"/>
          </a:xfrm>
          <a:prstGeom prst="rect">
            <a:avLst/>
          </a:prstGeom>
        </p:spPr>
      </p:pic>
      <p:sp>
        <p:nvSpPr>
          <p:cNvPr id="179" name="Shape 168"/>
          <p:cNvSpPr/>
          <p:nvPr/>
        </p:nvSpPr>
        <p:spPr>
          <a:xfrm>
            <a:off x="3319655" y="1250442"/>
            <a:ext cx="100584" cy="3658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  <a:tailEnd type="triangle"/>
          </a:ln>
        </p:spPr>
      </p:sp>
      <p:pic>
        <p:nvPicPr>
          <p:cNvPr id="180" name="Image 9" descr="/home/user/Mitosis/midi_yinyang/figures/icons/snowflak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4172" y="1200150"/>
            <a:ext cx="88051" cy="100584"/>
          </a:xfrm>
          <a:prstGeom prst="rect">
            <a:avLst/>
          </a:prstGeom>
        </p:spPr>
      </p:pic>
      <p:pic>
        <p:nvPicPr>
          <p:cNvPr id="181" name="Image 10" descr="/home/user/Mitosis/midi_yinyang/figures/icons/fir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9399" y="3233928"/>
            <a:ext cx="86485" cy="100584"/>
          </a:xfrm>
          <a:prstGeom prst="rect">
            <a:avLst/>
          </a:prstGeom>
        </p:spPr>
      </p:pic>
      <p:sp>
        <p:nvSpPr>
          <p:cNvPr id="182" name="Shape 169"/>
          <p:cNvSpPr/>
          <p:nvPr/>
        </p:nvSpPr>
        <p:spPr>
          <a:xfrm>
            <a:off x="8001383" y="3284220"/>
            <a:ext cx="100584" cy="3658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  <a:tailEnd type="triangle"/>
          </a:ln>
        </p:spPr>
      </p:sp>
      <p:pic>
        <p:nvPicPr>
          <p:cNvPr id="183" name="Image 11" descr="/home/user/Mitosis/midi_yinyang/figures/icons/snowflak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5900" y="3233928"/>
            <a:ext cx="88051" cy="100584"/>
          </a:xfrm>
          <a:prstGeom prst="rect">
            <a:avLst/>
          </a:prstGeom>
        </p:spPr>
      </p:pic>
      <p:pic>
        <p:nvPicPr>
          <p:cNvPr id="184" name="Image 12" descr="/home/user/Mitosis/midi_yinyang/figures/icons/fir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62855" y="4305300"/>
            <a:ext cx="86485" cy="100584"/>
          </a:xfrm>
          <a:prstGeom prst="rect">
            <a:avLst/>
          </a:prstGeom>
        </p:spPr>
      </p:pic>
      <p:pic>
        <p:nvPicPr>
          <p:cNvPr id="185" name="Image 13" descr="/home/user/Mitosis/midi_yinyang/figures/icons/fir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3639" y="4305300"/>
            <a:ext cx="86485" cy="100584"/>
          </a:xfrm>
          <a:prstGeom prst="rect">
            <a:avLst/>
          </a:prstGeom>
        </p:spPr>
      </p:pic>
      <p:pic>
        <p:nvPicPr>
          <p:cNvPr id="186" name="Image 14" descr="/home/user/Mitosis/midi_yinyang/figures/icons/fir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7100" y="182880"/>
            <a:ext cx="125796" cy="146304"/>
          </a:xfrm>
          <a:prstGeom prst="rect">
            <a:avLst/>
          </a:prstGeom>
        </p:spPr>
      </p:pic>
      <p:sp>
        <p:nvSpPr>
          <p:cNvPr id="187" name="Shape 170"/>
          <p:cNvSpPr/>
          <p:nvPr/>
        </p:nvSpPr>
        <p:spPr>
          <a:xfrm>
            <a:off x="4629084" y="256032"/>
            <a:ext cx="100584" cy="3658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  <a:tailEnd type="triangle"/>
          </a:ln>
        </p:spPr>
      </p:sp>
      <p:pic>
        <p:nvPicPr>
          <p:cNvPr id="188" name="Image 15" descr="/home/user/Mitosis/midi_yinyang/figures/icons/snowflak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3577" y="182880"/>
            <a:ext cx="128074" cy="146304"/>
          </a:xfrm>
          <a:prstGeom prst="rect">
            <a:avLst/>
          </a:prstGeom>
        </p:spPr>
      </p:pic>
      <p:pic>
        <p:nvPicPr>
          <p:cNvPr id="189" name="Image 16" descr="/home/user/Mitosis/midi_yinyang/figures/icons/fir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7100" y="438912"/>
            <a:ext cx="125796" cy="146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2026-09-24T02:32:12Z</dcterms:created>
  <dcterms:modified xsi:type="dcterms:W3CDTF">2026-09-24T02:32:12Z</dcterms:modified>
</cp:coreProperties>
</file>