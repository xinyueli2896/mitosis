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custGeom>
            <a:avLst/>
            <a:gdLst/>
            <a:ahLst/>
            <a:cxnLst/>
            <a:rect l="l" t="t" r="r" b="b"/>
            <a:pathLst>
              <a:path w="3877056" h="731520">
                <a:moveTo>
                  <a:pt x="0" y="0"/>
                </a:moveTo>
                <a:lnTo>
                  <a:pt x="3877056" y="0"/>
                </a:lnTo>
                <a:lnTo>
                  <a:pt x="3877056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BFBFBF">
              <a:alpha val="2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B7C9DE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88A7C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C5E0B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EAEAE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4F4F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6AA84F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69138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2026-09-24T03:07:59Z</dcterms:created>
  <dcterms:modified xsi:type="dcterms:W3CDTF">2026-09-24T03:07:59Z</dcterms:modified>
</cp:coreProperties>
</file>